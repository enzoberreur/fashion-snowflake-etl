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5117" r:id="rId1"/>
  </p:sldMasterIdLst>
  <p:notesMasterIdLst>
    <p:notesMasterId r:id="rId7"/>
  </p:notesMasterIdLst>
  <p:handoutMasterIdLst>
    <p:handoutMasterId r:id="rId8"/>
  </p:handoutMasterIdLst>
  <p:sldIdLst>
    <p:sldId id="256" r:id="rId14"/>
    <p:sldId id="257" r:id="rId15"/>
    <p:sldId id="258" r:id="rId16"/>
    <p:sldId id="272" r:id="rId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12192000" cy="6858000"/>
  <p:notesSz cx="6950075" cy="9236075"/>
  <p:custShowLst>
    <p:custShow name="Format Guide Workshop" id="0">
      <p:sldLst/>
    </p:custShow>
  </p:custShowLst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6323" autoAdjust="0"/>
  </p:normalViewPr>
  <p:slideViewPr>
    <p:cSldViewPr snapToGrid="0">
      <p:cViewPr>
        <p:scale>
          <a:sx n="128" d="100"/>
          <a:sy n="128" d="100"/>
        </p:scale>
        <p:origin x="32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574" y="444"/>
      </p:cViewPr>
      <p:guideLst/>
    </p:cSldViewPr>
  </p:notesViewPr>
  <p:gridSpacing cx="39601" cy="396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7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70" y="3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3/2/26</a:t>
            </a:fld>
            <a:endParaRPr lang="en-US" sz="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772671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70" y="8772671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4410720"/>
            <a:ext cx="6948467" cy="482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92" tIns="46246" rIns="92492" bIns="46246" rtlCol="0" anchor="ctr"/>
          <a:lstStyle/>
          <a:p>
            <a:pPr algn="ctr"/>
            <a:endParaRPr lang="en-US" dirty="0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2427" y="3"/>
            <a:ext cx="2929274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400"/>
            </a:lvl1pPr>
          </a:lstStyle>
          <a:p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6103" y="575009"/>
            <a:ext cx="6620256" cy="3724113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2427" y="8744096"/>
            <a:ext cx="2929274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4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400"/>
            </a:lvl1pPr>
          </a:lstStyle>
          <a:p>
            <a:r>
              <a:rPr lang="en-US" dirty="0"/>
              <a:t>Notes view: </a:t>
            </a:r>
            <a:fld id="{128CEAFE-FA94-43E5-B0FF-D47E1CCDD1B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7CF5F-7CF3-4DF3-838A-EE34544862CC}" type="datetimeFigureOut">
              <a:rPr lang="en-US" smtClean="0"/>
              <a:t>3/2/26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10" userDrawn="1">
          <p15:clr>
            <a:srgbClr val="F26B43"/>
          </p15:clr>
        </p15:guide>
        <p15:guide id="2" pos="2189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A luxury-fashion data platform: sales stream through Kafka into Snowflake in real time, modelled by dbt, monitored for quality. 30s.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Answer first: real-time + governed. Context, what we built, outcome.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Left to right: ingest (stream + batch), transform (dbt), load (Snowflake), monitor.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Stress exactly-once + channel-per-partition. This is the real-time core (architecture 20%).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ETL/ELT transformation criterion (code quality 25%).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Automation 15%: three DAGs, scheduling, retries.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Data quality 20%: three layers + streaming-specific checks.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Monitoring 10% + presentation. Show the dashboard in the demo.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Functional pipeline 5%. Tie back to the criteria.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Error handling + maturity. Juries reward honesty + roadmap.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rebuchet MS"/>
              </a:rPr>
              <a:t>Architecture 20% + code quality 25%: justify each choice.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emf"/><Relationship Id="rId8" Type="http://schemas.openxmlformats.org/officeDocument/2006/relationships/image" Target="../media/image3.png"/><Relationship Id="rId9" Type="http://schemas.openxmlformats.org/officeDocument/2006/relationships/image" Target="../media/image4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Relationship Id="rId5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Relationship Id="rId5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2.emf"/><Relationship Id="rId7" Type="http://schemas.openxmlformats.org/officeDocument/2006/relationships/image" Target="../media/image4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5.bin"/><Relationship Id="rId7" Type="http://schemas.openxmlformats.org/officeDocument/2006/relationships/image" Target="../media/image2.emf"/><Relationship Id="rId8" Type="http://schemas.openxmlformats.org/officeDocument/2006/relationships/image" Target="../media/image3.png"/><Relationship Id="rId9" Type="http://schemas.openxmlformats.org/officeDocument/2006/relationships/image" Target="../media/image4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7.emf"/><Relationship Id="rId5" Type="http://schemas.openxmlformats.org/officeDocument/2006/relationships/image" Target="../media/image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9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Relationship Id="rId7" Type="http://schemas.openxmlformats.org/officeDocument/2006/relationships/image" Target="../media/image4.jp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561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84" imgH="384" progId="TCLayout.ActiveDocument.1">
                  <p:embed/>
                </p:oleObj>
              </mc:Choice>
              <mc:Fallback>
                <p:oleObj name="think-cell Slide" r:id="rId6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 dirty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279183"/>
            <a:ext cx="12192000" cy="157881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8741" r="102" b="27"/>
          <a:stretch/>
        </p:blipFill>
        <p:spPr>
          <a:xfrm rot="16200000" flipH="1">
            <a:off x="8471921" y="1973272"/>
            <a:ext cx="580573" cy="6858000"/>
          </a:xfrm>
          <a:prstGeom prst="rect">
            <a:avLst/>
          </a:prstGeom>
        </p:spPr>
      </p:pic>
      <p:pic>
        <p:nvPicPr>
          <p:cNvPr id="15" name="TitleAndEndImages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56"/>
          <a:stretch/>
        </p:blipFill>
        <p:spPr>
          <a:xfrm flipH="1">
            <a:off x="0" y="0"/>
            <a:ext cx="12192000" cy="5276850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0000"/>
                </a:schemeClr>
              </a:gs>
              <a:gs pos="100000">
                <a:schemeClr val="tx2">
                  <a:alpha val="90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117415" y="6207842"/>
            <a:ext cx="6868800" cy="327148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1200" b="1" cap="all" baseline="0">
                <a:solidFill>
                  <a:schemeClr val="accent5"/>
                </a:solidFill>
                <a:latin typeface="+mn-lt"/>
                <a:sym typeface="Trebuchet MS" panose="020B060302020202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600" indent="0" algn="ctr">
              <a:buNone/>
              <a:defRPr/>
            </a:lvl4pPr>
            <a:lvl5pPr marL="457200" indent="0" algn="ctr">
              <a:buNone/>
              <a:defRPr/>
            </a:lvl5pPr>
          </a:lstStyle>
          <a:p>
            <a:pPr lvl="0"/>
            <a:r>
              <a:rPr lang="en-US" dirty="0"/>
              <a:t>Click to edit date/place</a:t>
            </a:r>
          </a:p>
        </p:txBody>
      </p:sp>
      <p:sp>
        <p:nvSpPr>
          <p:cNvPr id="2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17415" y="5495706"/>
            <a:ext cx="6868800" cy="43619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in sentence case</a:t>
            </a:r>
          </a:p>
        </p:txBody>
      </p:sp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 bwMode="ltGray">
          <a:xfrm>
            <a:off x="1117415" y="1886242"/>
            <a:ext cx="6868800" cy="313842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Title in Title Case</a:t>
            </a:r>
          </a:p>
        </p:txBody>
      </p:sp>
    </p:spTree>
    <p:extLst>
      <p:ext uri="{BB962C8B-B14F-4D97-AF65-F5344CB8AC3E}">
        <p14:creationId xmlns:p14="http://schemas.microsoft.com/office/powerpoint/2010/main" val="151518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573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70898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399" y="2085628"/>
            <a:ext cx="10933801" cy="408913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00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30000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527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2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05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842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9226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49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80465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8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2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 sz="320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791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526878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2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741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7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380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2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6986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7055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796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6197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latin typeface="+mn-lt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17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</p:spPr>
        <p:txBody>
          <a:bodyPr/>
          <a:lstStyle>
            <a:lvl1pPr>
              <a:defRPr sz="3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3007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5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1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 txBox="1">
            <a:spLocks/>
          </p:cNvSpPr>
          <p:nvPr/>
        </p:nvSpPr>
        <p:spPr>
          <a:xfrm>
            <a:off x="639044" y="2973076"/>
            <a:ext cx="319952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00" dirty="0">
                <a:gradFill>
                  <a:gsLst>
                    <a:gs pos="100000">
                      <a:schemeClr val="tx2"/>
                    </a:gs>
                    <a:gs pos="2000">
                      <a:schemeClr val="accent2"/>
                    </a:gs>
                  </a:gsLst>
                  <a:lin ang="2700000" scaled="0"/>
                </a:gradFill>
                <a:latin typeface="+mn-lt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67898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53693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TitleAndEndImages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0000"/>
                </a:schemeClr>
              </a:gs>
              <a:gs pos="100000">
                <a:schemeClr val="tx2">
                  <a:alpha val="90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7" name="Freeform 6"/>
          <p:cNvSpPr>
            <a:spLocks noChangeAspect="1"/>
          </p:cNvSpPr>
          <p:nvPr userDrawn="1">
            <p:custDataLst>
              <p:tags r:id="rId3"/>
            </p:custDataLst>
          </p:nvPr>
        </p:nvSpPr>
        <p:spPr bwMode="auto">
          <a:xfrm>
            <a:off x="2676858" y="2969513"/>
            <a:ext cx="4033357" cy="842974"/>
          </a:xfrm>
          <a:custGeom>
            <a:avLst/>
            <a:gdLst>
              <a:gd name="connsiteX0" fmla="*/ 8982072 w 11499847"/>
              <a:gd name="connsiteY0" fmla="*/ 1919288 h 2403475"/>
              <a:gd name="connsiteX1" fmla="*/ 8982072 w 11499847"/>
              <a:gd name="connsiteY1" fmla="*/ 2105026 h 2403475"/>
              <a:gd name="connsiteX2" fmla="*/ 9098233 w 11499847"/>
              <a:gd name="connsiteY2" fmla="*/ 2105026 h 2403475"/>
              <a:gd name="connsiteX3" fmla="*/ 9164880 w 11499847"/>
              <a:gd name="connsiteY3" fmla="*/ 2080233 h 2403475"/>
              <a:gd name="connsiteX4" fmla="*/ 9191622 w 11499847"/>
              <a:gd name="connsiteY4" fmla="*/ 2011737 h 2403475"/>
              <a:gd name="connsiteX5" fmla="*/ 9164880 w 11499847"/>
              <a:gd name="connsiteY5" fmla="*/ 1944501 h 2403475"/>
              <a:gd name="connsiteX6" fmla="*/ 9098233 w 11499847"/>
              <a:gd name="connsiteY6" fmla="*/ 1919288 h 2403475"/>
              <a:gd name="connsiteX7" fmla="*/ 8982072 w 11499847"/>
              <a:gd name="connsiteY7" fmla="*/ 1919288 h 2403475"/>
              <a:gd name="connsiteX8" fmla="*/ 7280272 w 11499847"/>
              <a:gd name="connsiteY8" fmla="*/ 1919288 h 2403475"/>
              <a:gd name="connsiteX9" fmla="*/ 7280272 w 11499847"/>
              <a:gd name="connsiteY9" fmla="*/ 2097088 h 2403475"/>
              <a:gd name="connsiteX10" fmla="*/ 7404503 w 11499847"/>
              <a:gd name="connsiteY10" fmla="*/ 2097088 h 2403475"/>
              <a:gd name="connsiteX11" fmla="*/ 7469027 w 11499847"/>
              <a:gd name="connsiteY11" fmla="*/ 2073423 h 2403475"/>
              <a:gd name="connsiteX12" fmla="*/ 7494585 w 11499847"/>
              <a:gd name="connsiteY12" fmla="*/ 2008502 h 2403475"/>
              <a:gd name="connsiteX13" fmla="*/ 7469027 w 11499847"/>
              <a:gd name="connsiteY13" fmla="*/ 1943581 h 2403475"/>
              <a:gd name="connsiteX14" fmla="*/ 7404503 w 11499847"/>
              <a:gd name="connsiteY14" fmla="*/ 1919288 h 2403475"/>
              <a:gd name="connsiteX15" fmla="*/ 7280272 w 11499847"/>
              <a:gd name="connsiteY15" fmla="*/ 1919288 h 2403475"/>
              <a:gd name="connsiteX16" fmla="*/ 7945015 w 11499847"/>
              <a:gd name="connsiteY16" fmla="*/ 1909763 h 2403475"/>
              <a:gd name="connsiteX17" fmla="*/ 7813574 w 11499847"/>
              <a:gd name="connsiteY17" fmla="*/ 1965330 h 2403475"/>
              <a:gd name="connsiteX18" fmla="*/ 7759697 w 11499847"/>
              <a:gd name="connsiteY18" fmla="*/ 2100368 h 2403475"/>
              <a:gd name="connsiteX19" fmla="*/ 7813574 w 11499847"/>
              <a:gd name="connsiteY19" fmla="*/ 2235406 h 2403475"/>
              <a:gd name="connsiteX20" fmla="*/ 7945015 w 11499847"/>
              <a:gd name="connsiteY20" fmla="*/ 2290763 h 2403475"/>
              <a:gd name="connsiteX21" fmla="*/ 8077086 w 11499847"/>
              <a:gd name="connsiteY21" fmla="*/ 2235825 h 2403475"/>
              <a:gd name="connsiteX22" fmla="*/ 8131172 w 11499847"/>
              <a:gd name="connsiteY22" fmla="*/ 2100368 h 2403475"/>
              <a:gd name="connsiteX23" fmla="*/ 8076876 w 11499847"/>
              <a:gd name="connsiteY23" fmla="*/ 1965330 h 2403475"/>
              <a:gd name="connsiteX24" fmla="*/ 7945015 w 11499847"/>
              <a:gd name="connsiteY24" fmla="*/ 1909763 h 2403475"/>
              <a:gd name="connsiteX25" fmla="*/ 8899522 w 11499847"/>
              <a:gd name="connsiteY25" fmla="*/ 1844675 h 2403475"/>
              <a:gd name="connsiteX26" fmla="*/ 9098598 w 11499847"/>
              <a:gd name="connsiteY26" fmla="*/ 1844675 h 2403475"/>
              <a:gd name="connsiteX27" fmla="*/ 9228521 w 11499847"/>
              <a:gd name="connsiteY27" fmla="*/ 1892741 h 2403475"/>
              <a:gd name="connsiteX28" fmla="*/ 9277347 w 11499847"/>
              <a:gd name="connsiteY28" fmla="*/ 2011236 h 2403475"/>
              <a:gd name="connsiteX29" fmla="*/ 9228521 w 11499847"/>
              <a:gd name="connsiteY29" fmla="*/ 2129521 h 2403475"/>
              <a:gd name="connsiteX30" fmla="*/ 9098598 w 11499847"/>
              <a:gd name="connsiteY30" fmla="*/ 2177796 h 2403475"/>
              <a:gd name="connsiteX31" fmla="*/ 8982086 w 11499847"/>
              <a:gd name="connsiteY31" fmla="*/ 2177796 h 2403475"/>
              <a:gd name="connsiteX32" fmla="*/ 8982086 w 11499847"/>
              <a:gd name="connsiteY32" fmla="*/ 2355850 h 2403475"/>
              <a:gd name="connsiteX33" fmla="*/ 8899522 w 11499847"/>
              <a:gd name="connsiteY33" fmla="*/ 2355850 h 2403475"/>
              <a:gd name="connsiteX34" fmla="*/ 8899522 w 11499847"/>
              <a:gd name="connsiteY34" fmla="*/ 1844675 h 2403475"/>
              <a:gd name="connsiteX35" fmla="*/ 8324847 w 11499847"/>
              <a:gd name="connsiteY35" fmla="*/ 1844675 h 2403475"/>
              <a:gd name="connsiteX36" fmla="*/ 8407608 w 11499847"/>
              <a:gd name="connsiteY36" fmla="*/ 1844675 h 2403475"/>
              <a:gd name="connsiteX37" fmla="*/ 8407608 w 11499847"/>
              <a:gd name="connsiteY37" fmla="*/ 2158090 h 2403475"/>
              <a:gd name="connsiteX38" fmla="*/ 8443017 w 11499847"/>
              <a:gd name="connsiteY38" fmla="*/ 2252595 h 2403475"/>
              <a:gd name="connsiteX39" fmla="*/ 8537931 w 11499847"/>
              <a:gd name="connsiteY39" fmla="*/ 2291066 h 2403475"/>
              <a:gd name="connsiteX40" fmla="*/ 8631797 w 11499847"/>
              <a:gd name="connsiteY40" fmla="*/ 2252595 h 2403475"/>
              <a:gd name="connsiteX41" fmla="*/ 8667415 w 11499847"/>
              <a:gd name="connsiteY41" fmla="*/ 2158090 h 2403475"/>
              <a:gd name="connsiteX42" fmla="*/ 8667415 w 11499847"/>
              <a:gd name="connsiteY42" fmla="*/ 1844675 h 2403475"/>
              <a:gd name="connsiteX43" fmla="*/ 8748710 w 11499847"/>
              <a:gd name="connsiteY43" fmla="*/ 1844675 h 2403475"/>
              <a:gd name="connsiteX44" fmla="*/ 8748710 w 11499847"/>
              <a:gd name="connsiteY44" fmla="*/ 2158717 h 2403475"/>
              <a:gd name="connsiteX45" fmla="*/ 8688577 w 11499847"/>
              <a:gd name="connsiteY45" fmla="*/ 2307793 h 2403475"/>
              <a:gd name="connsiteX46" fmla="*/ 8537093 w 11499847"/>
              <a:gd name="connsiteY46" fmla="*/ 2366963 h 2403475"/>
              <a:gd name="connsiteX47" fmla="*/ 8385399 w 11499847"/>
              <a:gd name="connsiteY47" fmla="*/ 2307793 h 2403475"/>
              <a:gd name="connsiteX48" fmla="*/ 8324847 w 11499847"/>
              <a:gd name="connsiteY48" fmla="*/ 2158717 h 2403475"/>
              <a:gd name="connsiteX49" fmla="*/ 8324847 w 11499847"/>
              <a:gd name="connsiteY49" fmla="*/ 1844675 h 2403475"/>
              <a:gd name="connsiteX50" fmla="*/ 7197722 w 11499847"/>
              <a:gd name="connsiteY50" fmla="*/ 1844675 h 2403475"/>
              <a:gd name="connsiteX51" fmla="*/ 7404196 w 11499847"/>
              <a:gd name="connsiteY51" fmla="*/ 1844675 h 2403475"/>
              <a:gd name="connsiteX52" fmla="*/ 7531336 w 11499847"/>
              <a:gd name="connsiteY52" fmla="*/ 1891906 h 2403475"/>
              <a:gd name="connsiteX53" fmla="*/ 7578727 w 11499847"/>
              <a:gd name="connsiteY53" fmla="*/ 2008937 h 2403475"/>
              <a:gd name="connsiteX54" fmla="*/ 7548455 w 11499847"/>
              <a:gd name="connsiteY54" fmla="*/ 2106950 h 2403475"/>
              <a:gd name="connsiteX55" fmla="*/ 7464947 w 11499847"/>
              <a:gd name="connsiteY55" fmla="*/ 2161495 h 2403475"/>
              <a:gd name="connsiteX56" fmla="*/ 7525699 w 11499847"/>
              <a:gd name="connsiteY56" fmla="*/ 2258673 h 2403475"/>
              <a:gd name="connsiteX57" fmla="*/ 7586660 w 11499847"/>
              <a:gd name="connsiteY57" fmla="*/ 2355850 h 2403475"/>
              <a:gd name="connsiteX58" fmla="*/ 7491044 w 11499847"/>
              <a:gd name="connsiteY58" fmla="*/ 2355850 h 2403475"/>
              <a:gd name="connsiteX59" fmla="*/ 7434676 w 11499847"/>
              <a:gd name="connsiteY59" fmla="*/ 2263479 h 2403475"/>
              <a:gd name="connsiteX60" fmla="*/ 7378099 w 11499847"/>
              <a:gd name="connsiteY60" fmla="*/ 2171108 h 2403475"/>
              <a:gd name="connsiteX61" fmla="*/ 7280395 w 11499847"/>
              <a:gd name="connsiteY61" fmla="*/ 2171108 h 2403475"/>
              <a:gd name="connsiteX62" fmla="*/ 7280395 w 11499847"/>
              <a:gd name="connsiteY62" fmla="*/ 2355850 h 2403475"/>
              <a:gd name="connsiteX63" fmla="*/ 7197722 w 11499847"/>
              <a:gd name="connsiteY63" fmla="*/ 2355850 h 2403475"/>
              <a:gd name="connsiteX64" fmla="*/ 7197722 w 11499847"/>
              <a:gd name="connsiteY64" fmla="*/ 1844675 h 2403475"/>
              <a:gd name="connsiteX65" fmla="*/ 7945016 w 11499847"/>
              <a:gd name="connsiteY65" fmla="*/ 1833563 h 2403475"/>
              <a:gd name="connsiteX66" fmla="*/ 8136527 w 11499847"/>
              <a:gd name="connsiteY66" fmla="*/ 1911974 h 2403475"/>
              <a:gd name="connsiteX67" fmla="*/ 8215310 w 11499847"/>
              <a:gd name="connsiteY67" fmla="*/ 2100368 h 2403475"/>
              <a:gd name="connsiteX68" fmla="*/ 8136527 w 11499847"/>
              <a:gd name="connsiteY68" fmla="*/ 2288762 h 2403475"/>
              <a:gd name="connsiteX69" fmla="*/ 7945016 w 11499847"/>
              <a:gd name="connsiteY69" fmla="*/ 2366963 h 2403475"/>
              <a:gd name="connsiteX70" fmla="*/ 7754134 w 11499847"/>
              <a:gd name="connsiteY70" fmla="*/ 2288762 h 2403475"/>
              <a:gd name="connsiteX71" fmla="*/ 7675560 w 11499847"/>
              <a:gd name="connsiteY71" fmla="*/ 2100368 h 2403475"/>
              <a:gd name="connsiteX72" fmla="*/ 7754134 w 11499847"/>
              <a:gd name="connsiteY72" fmla="*/ 1911974 h 2403475"/>
              <a:gd name="connsiteX73" fmla="*/ 7945016 w 11499847"/>
              <a:gd name="connsiteY73" fmla="*/ 1833563 h 2403475"/>
              <a:gd name="connsiteX74" fmla="*/ 6834872 w 11499847"/>
              <a:gd name="connsiteY74" fmla="*/ 1833563 h 2403475"/>
              <a:gd name="connsiteX75" fmla="*/ 6921875 w 11499847"/>
              <a:gd name="connsiteY75" fmla="*/ 1845482 h 2403475"/>
              <a:gd name="connsiteX76" fmla="*/ 6996090 w 11499847"/>
              <a:gd name="connsiteY76" fmla="*/ 1881028 h 2403475"/>
              <a:gd name="connsiteX77" fmla="*/ 6974496 w 11499847"/>
              <a:gd name="connsiteY77" fmla="*/ 1914692 h 2403475"/>
              <a:gd name="connsiteX78" fmla="*/ 6952903 w 11499847"/>
              <a:gd name="connsiteY78" fmla="*/ 1948356 h 2403475"/>
              <a:gd name="connsiteX79" fmla="*/ 6897556 w 11499847"/>
              <a:gd name="connsiteY79" fmla="*/ 1919501 h 2403475"/>
              <a:gd name="connsiteX80" fmla="*/ 6834243 w 11499847"/>
              <a:gd name="connsiteY80" fmla="*/ 1910301 h 2403475"/>
              <a:gd name="connsiteX81" fmla="*/ 6703424 w 11499847"/>
              <a:gd name="connsiteY81" fmla="*/ 1965084 h 2403475"/>
              <a:gd name="connsiteX82" fmla="*/ 6650384 w 11499847"/>
              <a:gd name="connsiteY82" fmla="*/ 2100368 h 2403475"/>
              <a:gd name="connsiteX83" fmla="*/ 6701957 w 11499847"/>
              <a:gd name="connsiteY83" fmla="*/ 2236070 h 2403475"/>
              <a:gd name="connsiteX84" fmla="*/ 6831308 w 11499847"/>
              <a:gd name="connsiteY84" fmla="*/ 2291062 h 2403475"/>
              <a:gd name="connsiteX85" fmla="*/ 6945984 w 11499847"/>
              <a:gd name="connsiteY85" fmla="*/ 2250498 h 2403475"/>
              <a:gd name="connsiteX86" fmla="*/ 6999863 w 11499847"/>
              <a:gd name="connsiteY86" fmla="*/ 2148460 h 2403475"/>
              <a:gd name="connsiteX87" fmla="*/ 6825438 w 11499847"/>
              <a:gd name="connsiteY87" fmla="*/ 2148460 h 2403475"/>
              <a:gd name="connsiteX88" fmla="*/ 6849128 w 11499847"/>
              <a:gd name="connsiteY88" fmla="*/ 2111241 h 2403475"/>
              <a:gd name="connsiteX89" fmla="*/ 6873028 w 11499847"/>
              <a:gd name="connsiteY89" fmla="*/ 2074022 h 2403475"/>
              <a:gd name="connsiteX90" fmla="*/ 7078061 w 11499847"/>
              <a:gd name="connsiteY90" fmla="*/ 2074022 h 2403475"/>
              <a:gd name="connsiteX91" fmla="*/ 7080787 w 11499847"/>
              <a:gd name="connsiteY91" fmla="*/ 2090540 h 2403475"/>
              <a:gd name="connsiteX92" fmla="*/ 7081835 w 11499847"/>
              <a:gd name="connsiteY92" fmla="*/ 2110613 h 2403475"/>
              <a:gd name="connsiteX93" fmla="*/ 7011813 w 11499847"/>
              <a:gd name="connsiteY93" fmla="*/ 2293362 h 2403475"/>
              <a:gd name="connsiteX94" fmla="*/ 6830470 w 11499847"/>
              <a:gd name="connsiteY94" fmla="*/ 2366963 h 2403475"/>
              <a:gd name="connsiteX95" fmla="*/ 6642417 w 11499847"/>
              <a:gd name="connsiteY95" fmla="*/ 2289389 h 2403475"/>
              <a:gd name="connsiteX96" fmla="*/ 6565897 w 11499847"/>
              <a:gd name="connsiteY96" fmla="*/ 2100368 h 2403475"/>
              <a:gd name="connsiteX97" fmla="*/ 6644514 w 11499847"/>
              <a:gd name="connsiteY97" fmla="*/ 1911346 h 2403475"/>
              <a:gd name="connsiteX98" fmla="*/ 6834872 w 11499847"/>
              <a:gd name="connsiteY98" fmla="*/ 1833563 h 2403475"/>
              <a:gd name="connsiteX99" fmla="*/ 501650 w 11499847"/>
              <a:gd name="connsiteY99" fmla="*/ 1403350 h 2403475"/>
              <a:gd name="connsiteX100" fmla="*/ 501650 w 11499847"/>
              <a:gd name="connsiteY100" fmla="*/ 1925638 h 2403475"/>
              <a:gd name="connsiteX101" fmla="*/ 842112 w 11499847"/>
              <a:gd name="connsiteY101" fmla="*/ 1925638 h 2403475"/>
              <a:gd name="connsiteX102" fmla="*/ 1182574 w 11499847"/>
              <a:gd name="connsiteY102" fmla="*/ 1925638 h 2403475"/>
              <a:gd name="connsiteX103" fmla="*/ 1375900 w 11499847"/>
              <a:gd name="connsiteY103" fmla="*/ 1849684 h 2403475"/>
              <a:gd name="connsiteX104" fmla="*/ 1455738 w 11499847"/>
              <a:gd name="connsiteY104" fmla="*/ 1662720 h 2403475"/>
              <a:gd name="connsiteX105" fmla="*/ 1375900 w 11499847"/>
              <a:gd name="connsiteY105" fmla="*/ 1477635 h 2403475"/>
              <a:gd name="connsiteX106" fmla="*/ 1182574 w 11499847"/>
              <a:gd name="connsiteY106" fmla="*/ 1403350 h 2403475"/>
              <a:gd name="connsiteX107" fmla="*/ 501650 w 11499847"/>
              <a:gd name="connsiteY107" fmla="*/ 1403350 h 2403475"/>
              <a:gd name="connsiteX108" fmla="*/ 7349808 w 11499847"/>
              <a:gd name="connsiteY108" fmla="*/ 1012825 h 2403475"/>
              <a:gd name="connsiteX109" fmla="*/ 7218292 w 11499847"/>
              <a:gd name="connsiteY109" fmla="*/ 1067952 h 2403475"/>
              <a:gd name="connsiteX110" fmla="*/ 7164385 w 11499847"/>
              <a:gd name="connsiteY110" fmla="*/ 1202427 h 2403475"/>
              <a:gd name="connsiteX111" fmla="*/ 7218292 w 11499847"/>
              <a:gd name="connsiteY111" fmla="*/ 1336903 h 2403475"/>
              <a:gd name="connsiteX112" fmla="*/ 7349808 w 11499847"/>
              <a:gd name="connsiteY112" fmla="*/ 1392238 h 2403475"/>
              <a:gd name="connsiteX113" fmla="*/ 7481953 w 11499847"/>
              <a:gd name="connsiteY113" fmla="*/ 1337320 h 2403475"/>
              <a:gd name="connsiteX114" fmla="*/ 7535860 w 11499847"/>
              <a:gd name="connsiteY114" fmla="*/ 1202427 h 2403475"/>
              <a:gd name="connsiteX115" fmla="*/ 7481534 w 11499847"/>
              <a:gd name="connsiteY115" fmla="*/ 1067952 h 2403475"/>
              <a:gd name="connsiteX116" fmla="*/ 7349808 w 11499847"/>
              <a:gd name="connsiteY116" fmla="*/ 1012825 h 2403475"/>
              <a:gd name="connsiteX117" fmla="*/ 10448922 w 11499847"/>
              <a:gd name="connsiteY117" fmla="*/ 946150 h 2403475"/>
              <a:gd name="connsiteX118" fmla="*/ 10552110 w 11499847"/>
              <a:gd name="connsiteY118" fmla="*/ 946150 h 2403475"/>
              <a:gd name="connsiteX119" fmla="*/ 10671172 w 11499847"/>
              <a:gd name="connsiteY119" fmla="*/ 1139825 h 2403475"/>
              <a:gd name="connsiteX120" fmla="*/ 10790235 w 11499847"/>
              <a:gd name="connsiteY120" fmla="*/ 1333501 h 2403475"/>
              <a:gd name="connsiteX121" fmla="*/ 10790235 w 11499847"/>
              <a:gd name="connsiteY121" fmla="*/ 946150 h 2403475"/>
              <a:gd name="connsiteX122" fmla="*/ 10869610 w 11499847"/>
              <a:gd name="connsiteY122" fmla="*/ 946150 h 2403475"/>
              <a:gd name="connsiteX123" fmla="*/ 10869610 w 11499847"/>
              <a:gd name="connsiteY123" fmla="*/ 1458913 h 2403475"/>
              <a:gd name="connsiteX124" fmla="*/ 10772772 w 11499847"/>
              <a:gd name="connsiteY124" fmla="*/ 1458913 h 2403475"/>
              <a:gd name="connsiteX125" fmla="*/ 10650535 w 11499847"/>
              <a:gd name="connsiteY125" fmla="*/ 1260475 h 2403475"/>
              <a:gd name="connsiteX126" fmla="*/ 10528297 w 11499847"/>
              <a:gd name="connsiteY126" fmla="*/ 1062038 h 2403475"/>
              <a:gd name="connsiteX127" fmla="*/ 10528297 w 11499847"/>
              <a:gd name="connsiteY127" fmla="*/ 1458913 h 2403475"/>
              <a:gd name="connsiteX128" fmla="*/ 10448922 w 11499847"/>
              <a:gd name="connsiteY128" fmla="*/ 1458913 h 2403475"/>
              <a:gd name="connsiteX129" fmla="*/ 10185397 w 11499847"/>
              <a:gd name="connsiteY129" fmla="*/ 946150 h 2403475"/>
              <a:gd name="connsiteX130" fmla="*/ 10267947 w 11499847"/>
              <a:gd name="connsiteY130" fmla="*/ 946150 h 2403475"/>
              <a:gd name="connsiteX131" fmla="*/ 10267947 w 11499847"/>
              <a:gd name="connsiteY131" fmla="*/ 1458913 h 2403475"/>
              <a:gd name="connsiteX132" fmla="*/ 10185397 w 11499847"/>
              <a:gd name="connsiteY132" fmla="*/ 1458913 h 2403475"/>
              <a:gd name="connsiteX133" fmla="*/ 9656760 w 11499847"/>
              <a:gd name="connsiteY133" fmla="*/ 946150 h 2403475"/>
              <a:gd name="connsiteX134" fmla="*/ 10059985 w 11499847"/>
              <a:gd name="connsiteY134" fmla="*/ 946150 h 2403475"/>
              <a:gd name="connsiteX135" fmla="*/ 10059985 w 11499847"/>
              <a:gd name="connsiteY135" fmla="*/ 1022350 h 2403475"/>
              <a:gd name="connsiteX136" fmla="*/ 9899648 w 11499847"/>
              <a:gd name="connsiteY136" fmla="*/ 1022350 h 2403475"/>
              <a:gd name="connsiteX137" fmla="*/ 9899648 w 11499847"/>
              <a:gd name="connsiteY137" fmla="*/ 1458913 h 2403475"/>
              <a:gd name="connsiteX138" fmla="*/ 9817098 w 11499847"/>
              <a:gd name="connsiteY138" fmla="*/ 1458913 h 2403475"/>
              <a:gd name="connsiteX139" fmla="*/ 9817098 w 11499847"/>
              <a:gd name="connsiteY139" fmla="*/ 1022350 h 2403475"/>
              <a:gd name="connsiteX140" fmla="*/ 9656760 w 11499847"/>
              <a:gd name="connsiteY140" fmla="*/ 1022350 h 2403475"/>
              <a:gd name="connsiteX141" fmla="*/ 9336085 w 11499847"/>
              <a:gd name="connsiteY141" fmla="*/ 946150 h 2403475"/>
              <a:gd name="connsiteX142" fmla="*/ 9418635 w 11499847"/>
              <a:gd name="connsiteY142" fmla="*/ 946150 h 2403475"/>
              <a:gd name="connsiteX143" fmla="*/ 9418635 w 11499847"/>
              <a:gd name="connsiteY143" fmla="*/ 1382713 h 2403475"/>
              <a:gd name="connsiteX144" fmla="*/ 9671048 w 11499847"/>
              <a:gd name="connsiteY144" fmla="*/ 1382713 h 2403475"/>
              <a:gd name="connsiteX145" fmla="*/ 9671048 w 11499847"/>
              <a:gd name="connsiteY145" fmla="*/ 1458913 h 2403475"/>
              <a:gd name="connsiteX146" fmla="*/ 9336085 w 11499847"/>
              <a:gd name="connsiteY146" fmla="*/ 1458913 h 2403475"/>
              <a:gd name="connsiteX147" fmla="*/ 8766172 w 11499847"/>
              <a:gd name="connsiteY147" fmla="*/ 946150 h 2403475"/>
              <a:gd name="connsiteX148" fmla="*/ 8848414 w 11499847"/>
              <a:gd name="connsiteY148" fmla="*/ 946150 h 2403475"/>
              <a:gd name="connsiteX149" fmla="*/ 8848414 w 11499847"/>
              <a:gd name="connsiteY149" fmla="*/ 1260391 h 2403475"/>
              <a:gd name="connsiteX150" fmla="*/ 8883900 w 11499847"/>
              <a:gd name="connsiteY150" fmla="*/ 1355146 h 2403475"/>
              <a:gd name="connsiteX151" fmla="*/ 8978249 w 11499847"/>
              <a:gd name="connsiteY151" fmla="*/ 1393718 h 2403475"/>
              <a:gd name="connsiteX152" fmla="*/ 9071972 w 11499847"/>
              <a:gd name="connsiteY152" fmla="*/ 1355146 h 2403475"/>
              <a:gd name="connsiteX153" fmla="*/ 9107457 w 11499847"/>
              <a:gd name="connsiteY153" fmla="*/ 1260391 h 2403475"/>
              <a:gd name="connsiteX154" fmla="*/ 9107457 w 11499847"/>
              <a:gd name="connsiteY154" fmla="*/ 946150 h 2403475"/>
              <a:gd name="connsiteX155" fmla="*/ 9188447 w 11499847"/>
              <a:gd name="connsiteY155" fmla="*/ 946150 h 2403475"/>
              <a:gd name="connsiteX156" fmla="*/ 9188447 w 11499847"/>
              <a:gd name="connsiteY156" fmla="*/ 1261230 h 2403475"/>
              <a:gd name="connsiteX157" fmla="*/ 9128539 w 11499847"/>
              <a:gd name="connsiteY157" fmla="*/ 1410489 h 2403475"/>
              <a:gd name="connsiteX158" fmla="*/ 8977623 w 11499847"/>
              <a:gd name="connsiteY158" fmla="*/ 1470025 h 2403475"/>
              <a:gd name="connsiteX159" fmla="*/ 8826497 w 11499847"/>
              <a:gd name="connsiteY159" fmla="*/ 1410489 h 2403475"/>
              <a:gd name="connsiteX160" fmla="*/ 8766172 w 11499847"/>
              <a:gd name="connsiteY160" fmla="*/ 1261230 h 2403475"/>
              <a:gd name="connsiteX161" fmla="*/ 8766172 w 11499847"/>
              <a:gd name="connsiteY161" fmla="*/ 946150 h 2403475"/>
              <a:gd name="connsiteX162" fmla="*/ 7737472 w 11499847"/>
              <a:gd name="connsiteY162" fmla="*/ 946150 h 2403475"/>
              <a:gd name="connsiteX163" fmla="*/ 7839072 w 11499847"/>
              <a:gd name="connsiteY163" fmla="*/ 946150 h 2403475"/>
              <a:gd name="connsiteX164" fmla="*/ 7958134 w 11499847"/>
              <a:gd name="connsiteY164" fmla="*/ 1139825 h 2403475"/>
              <a:gd name="connsiteX165" fmla="*/ 8077197 w 11499847"/>
              <a:gd name="connsiteY165" fmla="*/ 1333501 h 2403475"/>
              <a:gd name="connsiteX166" fmla="*/ 8077197 w 11499847"/>
              <a:gd name="connsiteY166" fmla="*/ 946150 h 2403475"/>
              <a:gd name="connsiteX167" fmla="*/ 8156572 w 11499847"/>
              <a:gd name="connsiteY167" fmla="*/ 946150 h 2403475"/>
              <a:gd name="connsiteX168" fmla="*/ 8156572 w 11499847"/>
              <a:gd name="connsiteY168" fmla="*/ 1458913 h 2403475"/>
              <a:gd name="connsiteX169" fmla="*/ 8061322 w 11499847"/>
              <a:gd name="connsiteY169" fmla="*/ 1458913 h 2403475"/>
              <a:gd name="connsiteX170" fmla="*/ 7939084 w 11499847"/>
              <a:gd name="connsiteY170" fmla="*/ 1260475 h 2403475"/>
              <a:gd name="connsiteX171" fmla="*/ 7815259 w 11499847"/>
              <a:gd name="connsiteY171" fmla="*/ 1062038 h 2403475"/>
              <a:gd name="connsiteX172" fmla="*/ 7815259 w 11499847"/>
              <a:gd name="connsiteY172" fmla="*/ 1458913 h 2403475"/>
              <a:gd name="connsiteX173" fmla="*/ 7737472 w 11499847"/>
              <a:gd name="connsiteY173" fmla="*/ 1458913 h 2403475"/>
              <a:gd name="connsiteX174" fmla="*/ 11253544 w 11499847"/>
              <a:gd name="connsiteY174" fmla="*/ 936625 h 2403475"/>
              <a:gd name="connsiteX175" fmla="*/ 11340315 w 11499847"/>
              <a:gd name="connsiteY175" fmla="*/ 948334 h 2403475"/>
              <a:gd name="connsiteX176" fmla="*/ 11414331 w 11499847"/>
              <a:gd name="connsiteY176" fmla="*/ 984090 h 2403475"/>
              <a:gd name="connsiteX177" fmla="*/ 11392795 w 11499847"/>
              <a:gd name="connsiteY177" fmla="*/ 1017545 h 2403475"/>
              <a:gd name="connsiteX178" fmla="*/ 11371260 w 11499847"/>
              <a:gd name="connsiteY178" fmla="*/ 1051209 h 2403475"/>
              <a:gd name="connsiteX179" fmla="*/ 11316270 w 11499847"/>
              <a:gd name="connsiteY179" fmla="*/ 1022354 h 2403475"/>
              <a:gd name="connsiteX180" fmla="*/ 11252917 w 11499847"/>
              <a:gd name="connsiteY180" fmla="*/ 1013363 h 2403475"/>
              <a:gd name="connsiteX181" fmla="*/ 11122657 w 11499847"/>
              <a:gd name="connsiteY181" fmla="*/ 1067936 h 2403475"/>
              <a:gd name="connsiteX182" fmla="*/ 11069549 w 11499847"/>
              <a:gd name="connsiteY182" fmla="*/ 1203221 h 2403475"/>
              <a:gd name="connsiteX183" fmla="*/ 11120984 w 11499847"/>
              <a:gd name="connsiteY183" fmla="*/ 1338923 h 2403475"/>
              <a:gd name="connsiteX184" fmla="*/ 11249990 w 11499847"/>
              <a:gd name="connsiteY184" fmla="*/ 1394124 h 2403475"/>
              <a:gd name="connsiteX185" fmla="*/ 11364360 w 11499847"/>
              <a:gd name="connsiteY185" fmla="*/ 1353350 h 2403475"/>
              <a:gd name="connsiteX186" fmla="*/ 11418095 w 11499847"/>
              <a:gd name="connsiteY186" fmla="*/ 1251521 h 2403475"/>
              <a:gd name="connsiteX187" fmla="*/ 11244136 w 11499847"/>
              <a:gd name="connsiteY187" fmla="*/ 1251521 h 2403475"/>
              <a:gd name="connsiteX188" fmla="*/ 11267971 w 11499847"/>
              <a:gd name="connsiteY188" fmla="*/ 1214303 h 2403475"/>
              <a:gd name="connsiteX189" fmla="*/ 11291598 w 11499847"/>
              <a:gd name="connsiteY189" fmla="*/ 1177084 h 2403475"/>
              <a:gd name="connsiteX190" fmla="*/ 11496083 w 11499847"/>
              <a:gd name="connsiteY190" fmla="*/ 1177084 h 2403475"/>
              <a:gd name="connsiteX191" fmla="*/ 11498802 w 11499847"/>
              <a:gd name="connsiteY191" fmla="*/ 1193393 h 2403475"/>
              <a:gd name="connsiteX192" fmla="*/ 11499847 w 11499847"/>
              <a:gd name="connsiteY192" fmla="*/ 1213466 h 2403475"/>
              <a:gd name="connsiteX193" fmla="*/ 11430222 w 11499847"/>
              <a:gd name="connsiteY193" fmla="*/ 1396215 h 2403475"/>
              <a:gd name="connsiteX194" fmla="*/ 11249154 w 11499847"/>
              <a:gd name="connsiteY194" fmla="*/ 1470025 h 2403475"/>
              <a:gd name="connsiteX195" fmla="*/ 11061813 w 11499847"/>
              <a:gd name="connsiteY195" fmla="*/ 1392242 h 2403475"/>
              <a:gd name="connsiteX196" fmla="*/ 10985497 w 11499847"/>
              <a:gd name="connsiteY196" fmla="*/ 1203221 h 2403475"/>
              <a:gd name="connsiteX197" fmla="*/ 11063695 w 11499847"/>
              <a:gd name="connsiteY197" fmla="*/ 1014408 h 2403475"/>
              <a:gd name="connsiteX198" fmla="*/ 11253544 w 11499847"/>
              <a:gd name="connsiteY198" fmla="*/ 936625 h 2403475"/>
              <a:gd name="connsiteX199" fmla="*/ 8471697 w 11499847"/>
              <a:gd name="connsiteY199" fmla="*/ 936625 h 2403475"/>
              <a:gd name="connsiteX200" fmla="*/ 8556850 w 11499847"/>
              <a:gd name="connsiteY200" fmla="*/ 949798 h 2403475"/>
              <a:gd name="connsiteX201" fmla="*/ 8626729 w 11499847"/>
              <a:gd name="connsiteY201" fmla="*/ 984717 h 2403475"/>
              <a:gd name="connsiteX202" fmla="*/ 8606225 w 11499847"/>
              <a:gd name="connsiteY202" fmla="*/ 1017336 h 2403475"/>
              <a:gd name="connsiteX203" fmla="*/ 8585722 w 11499847"/>
              <a:gd name="connsiteY203" fmla="*/ 1049745 h 2403475"/>
              <a:gd name="connsiteX204" fmla="*/ 8528605 w 11499847"/>
              <a:gd name="connsiteY204" fmla="*/ 1021099 h 2403475"/>
              <a:gd name="connsiteX205" fmla="*/ 8471070 w 11499847"/>
              <a:gd name="connsiteY205" fmla="*/ 1011063 h 2403475"/>
              <a:gd name="connsiteX206" fmla="*/ 8404328 w 11499847"/>
              <a:gd name="connsiteY206" fmla="*/ 1032181 h 2403475"/>
              <a:gd name="connsiteX207" fmla="*/ 8382570 w 11499847"/>
              <a:gd name="connsiteY207" fmla="*/ 1084246 h 2403475"/>
              <a:gd name="connsiteX208" fmla="*/ 8412697 w 11499847"/>
              <a:gd name="connsiteY208" fmla="*/ 1135474 h 2403475"/>
              <a:gd name="connsiteX209" fmla="*/ 8493038 w 11499847"/>
              <a:gd name="connsiteY209" fmla="*/ 1165165 h 2403475"/>
              <a:gd name="connsiteX210" fmla="*/ 8600786 w 11499847"/>
              <a:gd name="connsiteY210" fmla="*/ 1212421 h 2403475"/>
              <a:gd name="connsiteX211" fmla="*/ 8648697 w 11499847"/>
              <a:gd name="connsiteY211" fmla="*/ 1314250 h 2403475"/>
              <a:gd name="connsiteX212" fmla="*/ 8601413 w 11499847"/>
              <a:gd name="connsiteY212" fmla="*/ 1425906 h 2403475"/>
              <a:gd name="connsiteX213" fmla="*/ 8468140 w 11499847"/>
              <a:gd name="connsiteY213" fmla="*/ 1470025 h 2403475"/>
              <a:gd name="connsiteX214" fmla="*/ 8363531 w 11499847"/>
              <a:gd name="connsiteY214" fmla="*/ 1452461 h 2403475"/>
              <a:gd name="connsiteX215" fmla="*/ 8286747 w 11499847"/>
              <a:gd name="connsiteY215" fmla="*/ 1411479 h 2403475"/>
              <a:gd name="connsiteX216" fmla="*/ 8307251 w 11499847"/>
              <a:gd name="connsiteY216" fmla="*/ 1379069 h 2403475"/>
              <a:gd name="connsiteX217" fmla="*/ 8327754 w 11499847"/>
              <a:gd name="connsiteY217" fmla="*/ 1346450 h 2403475"/>
              <a:gd name="connsiteX218" fmla="*/ 8395541 w 11499847"/>
              <a:gd name="connsiteY218" fmla="*/ 1381578 h 2403475"/>
              <a:gd name="connsiteX219" fmla="*/ 8468768 w 11499847"/>
              <a:gd name="connsiteY219" fmla="*/ 1395378 h 2403475"/>
              <a:gd name="connsiteX220" fmla="*/ 8541367 w 11499847"/>
              <a:gd name="connsiteY220" fmla="*/ 1373633 h 2403475"/>
              <a:gd name="connsiteX221" fmla="*/ 8566055 w 11499847"/>
              <a:gd name="connsiteY221" fmla="*/ 1319477 h 2403475"/>
              <a:gd name="connsiteX222" fmla="*/ 8535509 w 11499847"/>
              <a:gd name="connsiteY222" fmla="*/ 1268458 h 2403475"/>
              <a:gd name="connsiteX223" fmla="*/ 8455587 w 11499847"/>
              <a:gd name="connsiteY223" fmla="*/ 1238348 h 2403475"/>
              <a:gd name="connsiteX224" fmla="*/ 8347630 w 11499847"/>
              <a:gd name="connsiteY224" fmla="*/ 1191511 h 2403475"/>
              <a:gd name="connsiteX225" fmla="*/ 8299928 w 11499847"/>
              <a:gd name="connsiteY225" fmla="*/ 1089264 h 2403475"/>
              <a:gd name="connsiteX226" fmla="*/ 8345329 w 11499847"/>
              <a:gd name="connsiteY226" fmla="*/ 979489 h 2403475"/>
              <a:gd name="connsiteX227" fmla="*/ 8471697 w 11499847"/>
              <a:gd name="connsiteY227" fmla="*/ 936625 h 2403475"/>
              <a:gd name="connsiteX228" fmla="*/ 7349808 w 11499847"/>
              <a:gd name="connsiteY228" fmla="*/ 936625 h 2403475"/>
              <a:gd name="connsiteX229" fmla="*/ 7541183 w 11499847"/>
              <a:gd name="connsiteY229" fmla="*/ 1014826 h 2403475"/>
              <a:gd name="connsiteX230" fmla="*/ 7619997 w 11499847"/>
              <a:gd name="connsiteY230" fmla="*/ 1203221 h 2403475"/>
              <a:gd name="connsiteX231" fmla="*/ 7541183 w 11499847"/>
              <a:gd name="connsiteY231" fmla="*/ 1391615 h 2403475"/>
              <a:gd name="connsiteX232" fmla="*/ 7349808 w 11499847"/>
              <a:gd name="connsiteY232" fmla="*/ 1470025 h 2403475"/>
              <a:gd name="connsiteX233" fmla="*/ 7158642 w 11499847"/>
              <a:gd name="connsiteY233" fmla="*/ 1391615 h 2403475"/>
              <a:gd name="connsiteX234" fmla="*/ 7080247 w 11499847"/>
              <a:gd name="connsiteY234" fmla="*/ 1203221 h 2403475"/>
              <a:gd name="connsiteX235" fmla="*/ 7158642 w 11499847"/>
              <a:gd name="connsiteY235" fmla="*/ 1014826 h 2403475"/>
              <a:gd name="connsiteX236" fmla="*/ 7349808 w 11499847"/>
              <a:gd name="connsiteY236" fmla="*/ 936625 h 2403475"/>
              <a:gd name="connsiteX237" fmla="*/ 6837427 w 11499847"/>
              <a:gd name="connsiteY237" fmla="*/ 936625 h 2403475"/>
              <a:gd name="connsiteX238" fmla="*/ 6932756 w 11499847"/>
              <a:gd name="connsiteY238" fmla="*/ 951680 h 2403475"/>
              <a:gd name="connsiteX239" fmla="*/ 7008810 w 11499847"/>
              <a:gd name="connsiteY239" fmla="*/ 993499 h 2403475"/>
              <a:gd name="connsiteX240" fmla="*/ 6987439 w 11499847"/>
              <a:gd name="connsiteY240" fmla="*/ 1026745 h 2403475"/>
              <a:gd name="connsiteX241" fmla="*/ 6966278 w 11499847"/>
              <a:gd name="connsiteY241" fmla="*/ 1059991 h 2403475"/>
              <a:gd name="connsiteX242" fmla="*/ 6904891 w 11499847"/>
              <a:gd name="connsiteY242" fmla="*/ 1024863 h 2403475"/>
              <a:gd name="connsiteX243" fmla="*/ 6833027 w 11499847"/>
              <a:gd name="connsiteY243" fmla="*/ 1012526 h 2403475"/>
              <a:gd name="connsiteX244" fmla="*/ 6703338 w 11499847"/>
              <a:gd name="connsiteY244" fmla="*/ 1067727 h 2403475"/>
              <a:gd name="connsiteX245" fmla="*/ 6649912 w 11499847"/>
              <a:gd name="connsiteY245" fmla="*/ 1203221 h 2403475"/>
              <a:gd name="connsiteX246" fmla="*/ 6703338 w 11499847"/>
              <a:gd name="connsiteY246" fmla="*/ 1338923 h 2403475"/>
              <a:gd name="connsiteX247" fmla="*/ 6833027 w 11499847"/>
              <a:gd name="connsiteY247" fmla="*/ 1393915 h 2403475"/>
              <a:gd name="connsiteX248" fmla="*/ 6904891 w 11499847"/>
              <a:gd name="connsiteY248" fmla="*/ 1381787 h 2403475"/>
              <a:gd name="connsiteX249" fmla="*/ 6966278 w 11499847"/>
              <a:gd name="connsiteY249" fmla="*/ 1346450 h 2403475"/>
              <a:gd name="connsiteX250" fmla="*/ 6987439 w 11499847"/>
              <a:gd name="connsiteY250" fmla="*/ 1379696 h 2403475"/>
              <a:gd name="connsiteX251" fmla="*/ 7008810 w 11499847"/>
              <a:gd name="connsiteY251" fmla="*/ 1412942 h 2403475"/>
              <a:gd name="connsiteX252" fmla="*/ 6932756 w 11499847"/>
              <a:gd name="connsiteY252" fmla="*/ 1454970 h 2403475"/>
              <a:gd name="connsiteX253" fmla="*/ 6837427 w 11499847"/>
              <a:gd name="connsiteY253" fmla="*/ 1470025 h 2403475"/>
              <a:gd name="connsiteX254" fmla="*/ 6644674 w 11499847"/>
              <a:gd name="connsiteY254" fmla="*/ 1392242 h 2403475"/>
              <a:gd name="connsiteX255" fmla="*/ 6565897 w 11499847"/>
              <a:gd name="connsiteY255" fmla="*/ 1203221 h 2403475"/>
              <a:gd name="connsiteX256" fmla="*/ 6644674 w 11499847"/>
              <a:gd name="connsiteY256" fmla="*/ 1014408 h 2403475"/>
              <a:gd name="connsiteX257" fmla="*/ 6837427 w 11499847"/>
              <a:gd name="connsiteY257" fmla="*/ 936625 h 2403475"/>
              <a:gd name="connsiteX258" fmla="*/ 501650 w 11499847"/>
              <a:gd name="connsiteY258" fmla="*/ 477838 h 2403475"/>
              <a:gd name="connsiteX259" fmla="*/ 501650 w 11499847"/>
              <a:gd name="connsiteY259" fmla="*/ 981076 h 2403475"/>
              <a:gd name="connsiteX260" fmla="*/ 786010 w 11499847"/>
              <a:gd name="connsiteY260" fmla="*/ 981076 h 2403475"/>
              <a:gd name="connsiteX261" fmla="*/ 1070579 w 11499847"/>
              <a:gd name="connsiteY261" fmla="*/ 981076 h 2403475"/>
              <a:gd name="connsiteX262" fmla="*/ 1253188 w 11499847"/>
              <a:gd name="connsiteY262" fmla="*/ 908588 h 2403475"/>
              <a:gd name="connsiteX263" fmla="*/ 1327150 w 11499847"/>
              <a:gd name="connsiteY263" fmla="*/ 727681 h 2403475"/>
              <a:gd name="connsiteX264" fmla="*/ 1253188 w 11499847"/>
              <a:gd name="connsiteY264" fmla="*/ 548446 h 2403475"/>
              <a:gd name="connsiteX265" fmla="*/ 1070579 w 11499847"/>
              <a:gd name="connsiteY265" fmla="*/ 477838 h 2403475"/>
              <a:gd name="connsiteX266" fmla="*/ 501650 w 11499847"/>
              <a:gd name="connsiteY266" fmla="*/ 477838 h 2403475"/>
              <a:gd name="connsiteX267" fmla="*/ 6675435 w 11499847"/>
              <a:gd name="connsiteY267" fmla="*/ 336550 h 2403475"/>
              <a:gd name="connsiteX268" fmla="*/ 6675435 w 11499847"/>
              <a:gd name="connsiteY268" fmla="*/ 487363 h 2403475"/>
              <a:gd name="connsiteX269" fmla="*/ 6808467 w 11499847"/>
              <a:gd name="connsiteY269" fmla="*/ 487363 h 2403475"/>
              <a:gd name="connsiteX270" fmla="*/ 6865570 w 11499847"/>
              <a:gd name="connsiteY270" fmla="*/ 465370 h 2403475"/>
              <a:gd name="connsiteX271" fmla="*/ 6888160 w 11499847"/>
              <a:gd name="connsiteY271" fmla="*/ 411957 h 2403475"/>
              <a:gd name="connsiteX272" fmla="*/ 6865570 w 11499847"/>
              <a:gd name="connsiteY272" fmla="*/ 358334 h 2403475"/>
              <a:gd name="connsiteX273" fmla="*/ 6808467 w 11499847"/>
              <a:gd name="connsiteY273" fmla="*/ 336550 h 2403475"/>
              <a:gd name="connsiteX274" fmla="*/ 6675435 w 11499847"/>
              <a:gd name="connsiteY274" fmla="*/ 336550 h 2403475"/>
              <a:gd name="connsiteX275" fmla="*/ 6675435 w 11499847"/>
              <a:gd name="connsiteY275" fmla="*/ 122238 h 2403475"/>
              <a:gd name="connsiteX276" fmla="*/ 6675435 w 11499847"/>
              <a:gd name="connsiteY276" fmla="*/ 265113 h 2403475"/>
              <a:gd name="connsiteX277" fmla="*/ 6795279 w 11499847"/>
              <a:gd name="connsiteY277" fmla="*/ 265113 h 2403475"/>
              <a:gd name="connsiteX278" fmla="*/ 6848404 w 11499847"/>
              <a:gd name="connsiteY278" fmla="*/ 244673 h 2403475"/>
              <a:gd name="connsiteX279" fmla="*/ 6869110 w 11499847"/>
              <a:gd name="connsiteY279" fmla="*/ 193571 h 2403475"/>
              <a:gd name="connsiteX280" fmla="*/ 6848404 w 11499847"/>
              <a:gd name="connsiteY280" fmla="*/ 142679 h 2403475"/>
              <a:gd name="connsiteX281" fmla="*/ 6795279 w 11499847"/>
              <a:gd name="connsiteY281" fmla="*/ 122238 h 2403475"/>
              <a:gd name="connsiteX282" fmla="*/ 6675435 w 11499847"/>
              <a:gd name="connsiteY282" fmla="*/ 122238 h 2403475"/>
              <a:gd name="connsiteX283" fmla="*/ 8850791 w 11499847"/>
              <a:gd name="connsiteY283" fmla="*/ 114300 h 2403475"/>
              <a:gd name="connsiteX284" fmla="*/ 8719837 w 11499847"/>
              <a:gd name="connsiteY284" fmla="*/ 169657 h 2403475"/>
              <a:gd name="connsiteX285" fmla="*/ 8666160 w 11499847"/>
              <a:gd name="connsiteY285" fmla="*/ 304905 h 2403475"/>
              <a:gd name="connsiteX286" fmla="*/ 8719837 w 11499847"/>
              <a:gd name="connsiteY286" fmla="*/ 439943 h 2403475"/>
              <a:gd name="connsiteX287" fmla="*/ 8850791 w 11499847"/>
              <a:gd name="connsiteY287" fmla="*/ 495300 h 2403475"/>
              <a:gd name="connsiteX288" fmla="*/ 8982163 w 11499847"/>
              <a:gd name="connsiteY288" fmla="*/ 440153 h 2403475"/>
              <a:gd name="connsiteX289" fmla="*/ 9036048 w 11499847"/>
              <a:gd name="connsiteY289" fmla="*/ 304905 h 2403475"/>
              <a:gd name="connsiteX290" fmla="*/ 8981954 w 11499847"/>
              <a:gd name="connsiteY290" fmla="*/ 169657 h 2403475"/>
              <a:gd name="connsiteX291" fmla="*/ 8850791 w 11499847"/>
              <a:gd name="connsiteY291" fmla="*/ 114300 h 2403475"/>
              <a:gd name="connsiteX292" fmla="*/ 7335415 w 11499847"/>
              <a:gd name="connsiteY292" fmla="*/ 114300 h 2403475"/>
              <a:gd name="connsiteX293" fmla="*/ 7203974 w 11499847"/>
              <a:gd name="connsiteY293" fmla="*/ 169657 h 2403475"/>
              <a:gd name="connsiteX294" fmla="*/ 7150097 w 11499847"/>
              <a:gd name="connsiteY294" fmla="*/ 304905 h 2403475"/>
              <a:gd name="connsiteX295" fmla="*/ 7203974 w 11499847"/>
              <a:gd name="connsiteY295" fmla="*/ 439943 h 2403475"/>
              <a:gd name="connsiteX296" fmla="*/ 7335415 w 11499847"/>
              <a:gd name="connsiteY296" fmla="*/ 495300 h 2403475"/>
              <a:gd name="connsiteX297" fmla="*/ 7467486 w 11499847"/>
              <a:gd name="connsiteY297" fmla="*/ 440153 h 2403475"/>
              <a:gd name="connsiteX298" fmla="*/ 7521572 w 11499847"/>
              <a:gd name="connsiteY298" fmla="*/ 304905 h 2403475"/>
              <a:gd name="connsiteX299" fmla="*/ 7467067 w 11499847"/>
              <a:gd name="connsiteY299" fmla="*/ 169657 h 2403475"/>
              <a:gd name="connsiteX300" fmla="*/ 7335415 w 11499847"/>
              <a:gd name="connsiteY300" fmla="*/ 114300 h 2403475"/>
              <a:gd name="connsiteX301" fmla="*/ 9237660 w 11499847"/>
              <a:gd name="connsiteY301" fmla="*/ 49213 h 2403475"/>
              <a:gd name="connsiteX302" fmla="*/ 9339260 w 11499847"/>
              <a:gd name="connsiteY302" fmla="*/ 49213 h 2403475"/>
              <a:gd name="connsiteX303" fmla="*/ 9458322 w 11499847"/>
              <a:gd name="connsiteY303" fmla="*/ 242888 h 2403475"/>
              <a:gd name="connsiteX304" fmla="*/ 9578972 w 11499847"/>
              <a:gd name="connsiteY304" fmla="*/ 436563 h 2403475"/>
              <a:gd name="connsiteX305" fmla="*/ 9578972 w 11499847"/>
              <a:gd name="connsiteY305" fmla="*/ 49213 h 2403475"/>
              <a:gd name="connsiteX306" fmla="*/ 9656760 w 11499847"/>
              <a:gd name="connsiteY306" fmla="*/ 49213 h 2403475"/>
              <a:gd name="connsiteX307" fmla="*/ 9656760 w 11499847"/>
              <a:gd name="connsiteY307" fmla="*/ 560388 h 2403475"/>
              <a:gd name="connsiteX308" fmla="*/ 9561510 w 11499847"/>
              <a:gd name="connsiteY308" fmla="*/ 560388 h 2403475"/>
              <a:gd name="connsiteX309" fmla="*/ 9439272 w 11499847"/>
              <a:gd name="connsiteY309" fmla="*/ 363538 h 2403475"/>
              <a:gd name="connsiteX310" fmla="*/ 9317035 w 11499847"/>
              <a:gd name="connsiteY310" fmla="*/ 165101 h 2403475"/>
              <a:gd name="connsiteX311" fmla="*/ 9317035 w 11499847"/>
              <a:gd name="connsiteY311" fmla="*/ 560388 h 2403475"/>
              <a:gd name="connsiteX312" fmla="*/ 9237660 w 11499847"/>
              <a:gd name="connsiteY312" fmla="*/ 560388 h 2403475"/>
              <a:gd name="connsiteX313" fmla="*/ 8126410 w 11499847"/>
              <a:gd name="connsiteY313" fmla="*/ 49213 h 2403475"/>
              <a:gd name="connsiteX314" fmla="*/ 8529635 w 11499847"/>
              <a:gd name="connsiteY314" fmla="*/ 49213 h 2403475"/>
              <a:gd name="connsiteX315" fmla="*/ 8529635 w 11499847"/>
              <a:gd name="connsiteY315" fmla="*/ 125413 h 2403475"/>
              <a:gd name="connsiteX316" fmla="*/ 8369298 w 11499847"/>
              <a:gd name="connsiteY316" fmla="*/ 125413 h 2403475"/>
              <a:gd name="connsiteX317" fmla="*/ 8369298 w 11499847"/>
              <a:gd name="connsiteY317" fmla="*/ 560388 h 2403475"/>
              <a:gd name="connsiteX318" fmla="*/ 8285160 w 11499847"/>
              <a:gd name="connsiteY318" fmla="*/ 560388 h 2403475"/>
              <a:gd name="connsiteX319" fmla="*/ 8285160 w 11499847"/>
              <a:gd name="connsiteY319" fmla="*/ 125413 h 2403475"/>
              <a:gd name="connsiteX320" fmla="*/ 8126410 w 11499847"/>
              <a:gd name="connsiteY320" fmla="*/ 125413 h 2403475"/>
              <a:gd name="connsiteX321" fmla="*/ 6592885 w 11499847"/>
              <a:gd name="connsiteY321" fmla="*/ 49213 h 2403475"/>
              <a:gd name="connsiteX322" fmla="*/ 6795851 w 11499847"/>
              <a:gd name="connsiteY322" fmla="*/ 49213 h 2403475"/>
              <a:gd name="connsiteX323" fmla="*/ 6907775 w 11499847"/>
              <a:gd name="connsiteY323" fmla="*/ 87875 h 2403475"/>
              <a:gd name="connsiteX324" fmla="*/ 6952670 w 11499847"/>
              <a:gd name="connsiteY324" fmla="*/ 185680 h 2403475"/>
              <a:gd name="connsiteX325" fmla="*/ 6936382 w 11499847"/>
              <a:gd name="connsiteY325" fmla="*/ 245658 h 2403475"/>
              <a:gd name="connsiteX326" fmla="*/ 6892114 w 11499847"/>
              <a:gd name="connsiteY326" fmla="*/ 288709 h 2403475"/>
              <a:gd name="connsiteX327" fmla="*/ 6950791 w 11499847"/>
              <a:gd name="connsiteY327" fmla="*/ 339492 h 2403475"/>
              <a:gd name="connsiteX328" fmla="*/ 6972298 w 11499847"/>
              <a:gd name="connsiteY328" fmla="*/ 412845 h 2403475"/>
              <a:gd name="connsiteX329" fmla="*/ 6926359 w 11499847"/>
              <a:gd name="connsiteY329" fmla="*/ 517546 h 2403475"/>
              <a:gd name="connsiteX330" fmla="*/ 6808798 w 11499847"/>
              <a:gd name="connsiteY330" fmla="*/ 560388 h 2403475"/>
              <a:gd name="connsiteX331" fmla="*/ 6592885 w 11499847"/>
              <a:gd name="connsiteY331" fmla="*/ 560388 h 2403475"/>
              <a:gd name="connsiteX332" fmla="*/ 6592885 w 11499847"/>
              <a:gd name="connsiteY332" fmla="*/ 49213 h 2403475"/>
              <a:gd name="connsiteX333" fmla="*/ 8850790 w 11499847"/>
              <a:gd name="connsiteY333" fmla="*/ 38100 h 2403475"/>
              <a:gd name="connsiteX334" fmla="*/ 9041603 w 11499847"/>
              <a:gd name="connsiteY334" fmla="*/ 116301 h 2403475"/>
              <a:gd name="connsiteX335" fmla="*/ 9120185 w 11499847"/>
              <a:gd name="connsiteY335" fmla="*/ 304905 h 2403475"/>
              <a:gd name="connsiteX336" fmla="*/ 9041603 w 11499847"/>
              <a:gd name="connsiteY336" fmla="*/ 493090 h 2403475"/>
              <a:gd name="connsiteX337" fmla="*/ 8850790 w 11499847"/>
              <a:gd name="connsiteY337" fmla="*/ 571500 h 2403475"/>
              <a:gd name="connsiteX338" fmla="*/ 8660186 w 11499847"/>
              <a:gd name="connsiteY338" fmla="*/ 493090 h 2403475"/>
              <a:gd name="connsiteX339" fmla="*/ 8582022 w 11499847"/>
              <a:gd name="connsiteY339" fmla="*/ 304905 h 2403475"/>
              <a:gd name="connsiteX340" fmla="*/ 8660186 w 11499847"/>
              <a:gd name="connsiteY340" fmla="*/ 116301 h 2403475"/>
              <a:gd name="connsiteX341" fmla="*/ 8850790 w 11499847"/>
              <a:gd name="connsiteY341" fmla="*/ 38100 h 2403475"/>
              <a:gd name="connsiteX342" fmla="*/ 7870035 w 11499847"/>
              <a:gd name="connsiteY342" fmla="*/ 38100 h 2403475"/>
              <a:gd name="connsiteX343" fmla="*/ 7871499 w 11499847"/>
              <a:gd name="connsiteY343" fmla="*/ 38100 h 2403475"/>
              <a:gd name="connsiteX344" fmla="*/ 7955187 w 11499847"/>
              <a:gd name="connsiteY344" fmla="*/ 51273 h 2403475"/>
              <a:gd name="connsiteX345" fmla="*/ 8025067 w 11499847"/>
              <a:gd name="connsiteY345" fmla="*/ 86401 h 2403475"/>
              <a:gd name="connsiteX346" fmla="*/ 8004563 w 11499847"/>
              <a:gd name="connsiteY346" fmla="*/ 118811 h 2403475"/>
              <a:gd name="connsiteX347" fmla="*/ 7984060 w 11499847"/>
              <a:gd name="connsiteY347" fmla="*/ 151429 h 2403475"/>
              <a:gd name="connsiteX348" fmla="*/ 7926943 w 11499847"/>
              <a:gd name="connsiteY348" fmla="*/ 122574 h 2403475"/>
              <a:gd name="connsiteX349" fmla="*/ 7869198 w 11499847"/>
              <a:gd name="connsiteY349" fmla="*/ 112538 h 2403475"/>
              <a:gd name="connsiteX350" fmla="*/ 7802666 w 11499847"/>
              <a:gd name="connsiteY350" fmla="*/ 133865 h 2403475"/>
              <a:gd name="connsiteX351" fmla="*/ 7780907 w 11499847"/>
              <a:gd name="connsiteY351" fmla="*/ 185721 h 2403475"/>
              <a:gd name="connsiteX352" fmla="*/ 7811035 w 11499847"/>
              <a:gd name="connsiteY352" fmla="*/ 236949 h 2403475"/>
              <a:gd name="connsiteX353" fmla="*/ 7891166 w 11499847"/>
              <a:gd name="connsiteY353" fmla="*/ 266849 h 2403475"/>
              <a:gd name="connsiteX354" fmla="*/ 7998914 w 11499847"/>
              <a:gd name="connsiteY354" fmla="*/ 313896 h 2403475"/>
              <a:gd name="connsiteX355" fmla="*/ 8047035 w 11499847"/>
              <a:gd name="connsiteY355" fmla="*/ 415934 h 2403475"/>
              <a:gd name="connsiteX356" fmla="*/ 7999751 w 11499847"/>
              <a:gd name="connsiteY356" fmla="*/ 527381 h 2403475"/>
              <a:gd name="connsiteX357" fmla="*/ 7866478 w 11499847"/>
              <a:gd name="connsiteY357" fmla="*/ 571500 h 2403475"/>
              <a:gd name="connsiteX358" fmla="*/ 7761659 w 11499847"/>
              <a:gd name="connsiteY358" fmla="*/ 554145 h 2403475"/>
              <a:gd name="connsiteX359" fmla="*/ 7685085 w 11499847"/>
              <a:gd name="connsiteY359" fmla="*/ 512954 h 2403475"/>
              <a:gd name="connsiteX360" fmla="*/ 7725883 w 11499847"/>
              <a:gd name="connsiteY360" fmla="*/ 447925 h 2403475"/>
              <a:gd name="connsiteX361" fmla="*/ 7793879 w 11499847"/>
              <a:gd name="connsiteY361" fmla="*/ 483053 h 2403475"/>
              <a:gd name="connsiteX362" fmla="*/ 7867106 w 11499847"/>
              <a:gd name="connsiteY362" fmla="*/ 497063 h 2403475"/>
              <a:gd name="connsiteX363" fmla="*/ 7939496 w 11499847"/>
              <a:gd name="connsiteY363" fmla="*/ 475108 h 2403475"/>
              <a:gd name="connsiteX364" fmla="*/ 7964393 w 11499847"/>
              <a:gd name="connsiteY364" fmla="*/ 420952 h 2403475"/>
              <a:gd name="connsiteX365" fmla="*/ 7933847 w 11499847"/>
              <a:gd name="connsiteY365" fmla="*/ 369933 h 2403475"/>
              <a:gd name="connsiteX366" fmla="*/ 7853925 w 11499847"/>
              <a:gd name="connsiteY366" fmla="*/ 339823 h 2403475"/>
              <a:gd name="connsiteX367" fmla="*/ 7745968 w 11499847"/>
              <a:gd name="connsiteY367" fmla="*/ 292986 h 2403475"/>
              <a:gd name="connsiteX368" fmla="*/ 7698266 w 11499847"/>
              <a:gd name="connsiteY368" fmla="*/ 190739 h 2403475"/>
              <a:gd name="connsiteX369" fmla="*/ 7743666 w 11499847"/>
              <a:gd name="connsiteY369" fmla="*/ 80964 h 2403475"/>
              <a:gd name="connsiteX370" fmla="*/ 7870035 w 11499847"/>
              <a:gd name="connsiteY370" fmla="*/ 38100 h 2403475"/>
              <a:gd name="connsiteX371" fmla="*/ 7334624 w 11499847"/>
              <a:gd name="connsiteY371" fmla="*/ 38100 h 2403475"/>
              <a:gd name="connsiteX372" fmla="*/ 7525363 w 11499847"/>
              <a:gd name="connsiteY372" fmla="*/ 116301 h 2403475"/>
              <a:gd name="connsiteX373" fmla="*/ 7604123 w 11499847"/>
              <a:gd name="connsiteY373" fmla="*/ 304905 h 2403475"/>
              <a:gd name="connsiteX374" fmla="*/ 7525363 w 11499847"/>
              <a:gd name="connsiteY374" fmla="*/ 493090 h 2403475"/>
              <a:gd name="connsiteX375" fmla="*/ 7334624 w 11499847"/>
              <a:gd name="connsiteY375" fmla="*/ 571500 h 2403475"/>
              <a:gd name="connsiteX376" fmla="*/ 7144094 w 11499847"/>
              <a:gd name="connsiteY376" fmla="*/ 493090 h 2403475"/>
              <a:gd name="connsiteX377" fmla="*/ 7065960 w 11499847"/>
              <a:gd name="connsiteY377" fmla="*/ 304905 h 2403475"/>
              <a:gd name="connsiteX378" fmla="*/ 7144094 w 11499847"/>
              <a:gd name="connsiteY378" fmla="*/ 116301 h 2403475"/>
              <a:gd name="connsiteX379" fmla="*/ 7334624 w 11499847"/>
              <a:gd name="connsiteY379" fmla="*/ 38100 h 2403475"/>
              <a:gd name="connsiteX380" fmla="*/ 2766077 w 11499847"/>
              <a:gd name="connsiteY380" fmla="*/ 0 h 2403475"/>
              <a:gd name="connsiteX381" fmla="*/ 3146531 w 11499847"/>
              <a:gd name="connsiteY381" fmla="*/ 51449 h 2403475"/>
              <a:gd name="connsiteX382" fmla="*/ 3467375 w 11499847"/>
              <a:gd name="connsiteY382" fmla="*/ 204124 h 2403475"/>
              <a:gd name="connsiteX383" fmla="*/ 3340627 w 11499847"/>
              <a:gd name="connsiteY383" fmla="*/ 403228 h 2403475"/>
              <a:gd name="connsiteX384" fmla="*/ 3213880 w 11499847"/>
              <a:gd name="connsiteY384" fmla="*/ 602542 h 2403475"/>
              <a:gd name="connsiteX385" fmla="*/ 3009743 w 11499847"/>
              <a:gd name="connsiteY385" fmla="*/ 496716 h 2403475"/>
              <a:gd name="connsiteX386" fmla="*/ 2766077 w 11499847"/>
              <a:gd name="connsiteY386" fmla="*/ 457606 h 2403475"/>
              <a:gd name="connsiteX387" fmla="*/ 2232314 w 11499847"/>
              <a:gd name="connsiteY387" fmla="*/ 681180 h 2403475"/>
              <a:gd name="connsiteX388" fmla="*/ 2012073 w 11499847"/>
              <a:gd name="connsiteY388" fmla="*/ 1198391 h 2403475"/>
              <a:gd name="connsiteX389" fmla="*/ 2232314 w 11499847"/>
              <a:gd name="connsiteY389" fmla="*/ 1721250 h 2403475"/>
              <a:gd name="connsiteX390" fmla="*/ 2766077 w 11499847"/>
              <a:gd name="connsiteY390" fmla="*/ 1942732 h 2403475"/>
              <a:gd name="connsiteX391" fmla="*/ 3050111 w 11499847"/>
              <a:gd name="connsiteY391" fmla="*/ 1886682 h 2403475"/>
              <a:gd name="connsiteX392" fmla="*/ 3289594 w 11499847"/>
              <a:gd name="connsiteY392" fmla="*/ 1722086 h 2403475"/>
              <a:gd name="connsiteX393" fmla="*/ 3543925 w 11499847"/>
              <a:gd name="connsiteY393" fmla="*/ 1095493 h 2403475"/>
              <a:gd name="connsiteX394" fmla="*/ 3921866 w 11499847"/>
              <a:gd name="connsiteY394" fmla="*/ 345714 h 2403475"/>
              <a:gd name="connsiteX395" fmla="*/ 4300646 w 11499847"/>
              <a:gd name="connsiteY395" fmla="*/ 92441 h 2403475"/>
              <a:gd name="connsiteX396" fmla="*/ 4787977 w 11499847"/>
              <a:gd name="connsiteY396" fmla="*/ 0 h 2403475"/>
              <a:gd name="connsiteX397" fmla="*/ 5168221 w 11499847"/>
              <a:gd name="connsiteY397" fmla="*/ 54796 h 2403475"/>
              <a:gd name="connsiteX398" fmla="*/ 5489275 w 11499847"/>
              <a:gd name="connsiteY398" fmla="*/ 210607 h 2403475"/>
              <a:gd name="connsiteX399" fmla="*/ 5364200 w 11499847"/>
              <a:gd name="connsiteY399" fmla="*/ 409921 h 2403475"/>
              <a:gd name="connsiteX400" fmla="*/ 5239125 w 11499847"/>
              <a:gd name="connsiteY400" fmla="*/ 609025 h 2403475"/>
              <a:gd name="connsiteX401" fmla="*/ 5031643 w 11499847"/>
              <a:gd name="connsiteY401" fmla="*/ 500480 h 2403475"/>
              <a:gd name="connsiteX402" fmla="*/ 4784631 w 11499847"/>
              <a:gd name="connsiteY402" fmla="*/ 460952 h 2403475"/>
              <a:gd name="connsiteX403" fmla="*/ 4264462 w 11499847"/>
              <a:gd name="connsiteY403" fmla="*/ 679089 h 2403475"/>
              <a:gd name="connsiteX404" fmla="*/ 4050287 w 11499847"/>
              <a:gd name="connsiteY404" fmla="*/ 1198391 h 2403475"/>
              <a:gd name="connsiteX405" fmla="*/ 4262370 w 11499847"/>
              <a:gd name="connsiteY405" fmla="*/ 1725223 h 2403475"/>
              <a:gd name="connsiteX406" fmla="*/ 4778147 w 11499847"/>
              <a:gd name="connsiteY406" fmla="*/ 1945870 h 2403475"/>
              <a:gd name="connsiteX407" fmla="*/ 5191438 w 11499847"/>
              <a:gd name="connsiteY407" fmla="*/ 1804280 h 2403475"/>
              <a:gd name="connsiteX408" fmla="*/ 5426737 w 11499847"/>
              <a:gd name="connsiteY408" fmla="*/ 1445390 h 2403475"/>
              <a:gd name="connsiteX409" fmla="*/ 4708917 w 11499847"/>
              <a:gd name="connsiteY409" fmla="*/ 1445390 h 2403475"/>
              <a:gd name="connsiteX410" fmla="*/ 4850515 w 11499847"/>
              <a:gd name="connsiteY410" fmla="*/ 1223279 h 2403475"/>
              <a:gd name="connsiteX411" fmla="*/ 4992113 w 11499847"/>
              <a:gd name="connsiteY411" fmla="*/ 1000960 h 2403475"/>
              <a:gd name="connsiteX412" fmla="*/ 5457901 w 11499847"/>
              <a:gd name="connsiteY412" fmla="*/ 1000960 h 2403475"/>
              <a:gd name="connsiteX413" fmla="*/ 5924108 w 11499847"/>
              <a:gd name="connsiteY413" fmla="*/ 1000960 h 2403475"/>
              <a:gd name="connsiteX414" fmla="*/ 5936030 w 11499847"/>
              <a:gd name="connsiteY414" fmla="*/ 1100094 h 2403475"/>
              <a:gd name="connsiteX415" fmla="*/ 5940422 w 11499847"/>
              <a:gd name="connsiteY415" fmla="*/ 1201738 h 2403475"/>
              <a:gd name="connsiteX416" fmla="*/ 5600963 w 11499847"/>
              <a:gd name="connsiteY416" fmla="*/ 2050860 h 2403475"/>
              <a:gd name="connsiteX417" fmla="*/ 4764970 w 11499847"/>
              <a:gd name="connsiteY417" fmla="*/ 2403475 h 2403475"/>
              <a:gd name="connsiteX418" fmla="*/ 4178290 w 11499847"/>
              <a:gd name="connsiteY418" fmla="*/ 2262513 h 2403475"/>
              <a:gd name="connsiteX419" fmla="*/ 3757265 w 11499847"/>
              <a:gd name="connsiteY419" fmla="*/ 1886682 h 2403475"/>
              <a:gd name="connsiteX420" fmla="*/ 3332469 w 11499847"/>
              <a:gd name="connsiteY420" fmla="*/ 2263558 h 2403475"/>
              <a:gd name="connsiteX421" fmla="*/ 2749555 w 11499847"/>
              <a:gd name="connsiteY421" fmla="*/ 2403475 h 2403475"/>
              <a:gd name="connsiteX422" fmla="*/ 2242563 w 11499847"/>
              <a:gd name="connsiteY422" fmla="*/ 2295766 h 2403475"/>
              <a:gd name="connsiteX423" fmla="*/ 1844121 w 11499847"/>
              <a:gd name="connsiteY423" fmla="*/ 2005266 h 2403475"/>
              <a:gd name="connsiteX424" fmla="*/ 1583096 w 11499847"/>
              <a:gd name="connsiteY424" fmla="*/ 2257493 h 2403475"/>
              <a:gd name="connsiteX425" fmla="*/ 1188838 w 11499847"/>
              <a:gd name="connsiteY425" fmla="*/ 2354117 h 2403475"/>
              <a:gd name="connsiteX426" fmla="*/ 0 w 11499847"/>
              <a:gd name="connsiteY426" fmla="*/ 2354117 h 2403475"/>
              <a:gd name="connsiteX427" fmla="*/ 0 w 11499847"/>
              <a:gd name="connsiteY427" fmla="*/ 1201738 h 2403475"/>
              <a:gd name="connsiteX428" fmla="*/ 0 w 11499847"/>
              <a:gd name="connsiteY428" fmla="*/ 49358 h 2403475"/>
              <a:gd name="connsiteX429" fmla="*/ 538575 w 11499847"/>
              <a:gd name="connsiteY429" fmla="*/ 49358 h 2403475"/>
              <a:gd name="connsiteX430" fmla="*/ 1076940 w 11499847"/>
              <a:gd name="connsiteY430" fmla="*/ 49358 h 2403475"/>
              <a:gd name="connsiteX431" fmla="*/ 1523487 w 11499847"/>
              <a:gd name="connsiteY431" fmla="*/ 176099 h 2403475"/>
              <a:gd name="connsiteX432" fmla="*/ 1774892 w 11499847"/>
              <a:gd name="connsiteY432" fmla="*/ 500480 h 2403475"/>
              <a:gd name="connsiteX433" fmla="*/ 2196549 w 11499847"/>
              <a:gd name="connsiteY433" fmla="*/ 137826 h 2403475"/>
              <a:gd name="connsiteX434" fmla="*/ 2766077 w 11499847"/>
              <a:gd name="connsiteY434" fmla="*/ 0 h 240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</a:cxnLst>
            <a:rect l="l" t="t" r="r" b="b"/>
            <a:pathLst>
              <a:path w="11499847" h="2403475">
                <a:moveTo>
                  <a:pt x="8982072" y="1919288"/>
                </a:moveTo>
                <a:cubicBezTo>
                  <a:pt x="8982072" y="2105026"/>
                  <a:pt x="8982072" y="2105026"/>
                  <a:pt x="8982072" y="2105026"/>
                </a:cubicBezTo>
                <a:cubicBezTo>
                  <a:pt x="9098233" y="2105026"/>
                  <a:pt x="9098233" y="2105026"/>
                  <a:pt x="9098233" y="2105026"/>
                </a:cubicBezTo>
                <a:cubicBezTo>
                  <a:pt x="9124975" y="2105026"/>
                  <a:pt x="9148166" y="2096202"/>
                  <a:pt x="9164880" y="2080233"/>
                </a:cubicBezTo>
                <a:cubicBezTo>
                  <a:pt x="9181594" y="2064055"/>
                  <a:pt x="9191622" y="2040732"/>
                  <a:pt x="9191622" y="2011737"/>
                </a:cubicBezTo>
                <a:cubicBezTo>
                  <a:pt x="9191622" y="1983792"/>
                  <a:pt x="9181594" y="1960680"/>
                  <a:pt x="9164880" y="1944501"/>
                </a:cubicBezTo>
                <a:cubicBezTo>
                  <a:pt x="9148166" y="1928323"/>
                  <a:pt x="9124975" y="1919288"/>
                  <a:pt x="9098233" y="1919288"/>
                </a:cubicBezTo>
                <a:cubicBezTo>
                  <a:pt x="8982072" y="1919288"/>
                  <a:pt x="8982072" y="1919288"/>
                  <a:pt x="8982072" y="1919288"/>
                </a:cubicBezTo>
                <a:close/>
                <a:moveTo>
                  <a:pt x="7280272" y="1919288"/>
                </a:moveTo>
                <a:cubicBezTo>
                  <a:pt x="7280272" y="2097088"/>
                  <a:pt x="7280272" y="2097088"/>
                  <a:pt x="7280272" y="2097088"/>
                </a:cubicBezTo>
                <a:cubicBezTo>
                  <a:pt x="7404503" y="2097088"/>
                  <a:pt x="7404503" y="2097088"/>
                  <a:pt x="7404503" y="2097088"/>
                </a:cubicBezTo>
                <a:cubicBezTo>
                  <a:pt x="7430689" y="2097088"/>
                  <a:pt x="7453105" y="2088711"/>
                  <a:pt x="7469027" y="2073423"/>
                </a:cubicBezTo>
                <a:cubicBezTo>
                  <a:pt x="7485158" y="2058136"/>
                  <a:pt x="7494585" y="2035937"/>
                  <a:pt x="7494585" y="2008502"/>
                </a:cubicBezTo>
                <a:cubicBezTo>
                  <a:pt x="7494585" y="1981487"/>
                  <a:pt x="7485158" y="1959078"/>
                  <a:pt x="7469027" y="1943581"/>
                </a:cubicBezTo>
                <a:cubicBezTo>
                  <a:pt x="7453105" y="1927874"/>
                  <a:pt x="7430689" y="1919288"/>
                  <a:pt x="7404503" y="1919288"/>
                </a:cubicBezTo>
                <a:cubicBezTo>
                  <a:pt x="7280272" y="1919288"/>
                  <a:pt x="7280272" y="1919288"/>
                  <a:pt x="7280272" y="1919288"/>
                </a:cubicBezTo>
                <a:close/>
                <a:moveTo>
                  <a:pt x="7945015" y="1909763"/>
                </a:moveTo>
                <a:cubicBezTo>
                  <a:pt x="7893445" y="1909763"/>
                  <a:pt x="7847115" y="1930941"/>
                  <a:pt x="7813574" y="1965330"/>
                </a:cubicBezTo>
                <a:cubicBezTo>
                  <a:pt x="7780242" y="1999719"/>
                  <a:pt x="7759697" y="2047317"/>
                  <a:pt x="7759697" y="2100368"/>
                </a:cubicBezTo>
                <a:cubicBezTo>
                  <a:pt x="7759697" y="2153419"/>
                  <a:pt x="7780242" y="2201227"/>
                  <a:pt x="7813574" y="2235406"/>
                </a:cubicBezTo>
                <a:cubicBezTo>
                  <a:pt x="7847115" y="2269795"/>
                  <a:pt x="7893445" y="2290763"/>
                  <a:pt x="7945015" y="2290763"/>
                </a:cubicBezTo>
                <a:cubicBezTo>
                  <a:pt x="7997215" y="2290763"/>
                  <a:pt x="8043544" y="2270004"/>
                  <a:pt x="8077086" y="2235825"/>
                </a:cubicBezTo>
                <a:cubicBezTo>
                  <a:pt x="8110628" y="2201437"/>
                  <a:pt x="8131172" y="2153838"/>
                  <a:pt x="8131172" y="2100368"/>
                </a:cubicBezTo>
                <a:cubicBezTo>
                  <a:pt x="8131172" y="2047317"/>
                  <a:pt x="8110418" y="1999719"/>
                  <a:pt x="8076876" y="1965330"/>
                </a:cubicBezTo>
                <a:cubicBezTo>
                  <a:pt x="8043334" y="1930941"/>
                  <a:pt x="7996796" y="1909763"/>
                  <a:pt x="7945015" y="1909763"/>
                </a:cubicBezTo>
                <a:close/>
                <a:moveTo>
                  <a:pt x="8899522" y="1844675"/>
                </a:moveTo>
                <a:cubicBezTo>
                  <a:pt x="9098598" y="1844675"/>
                  <a:pt x="9098598" y="1844675"/>
                  <a:pt x="9098598" y="1844675"/>
                </a:cubicBezTo>
                <a:cubicBezTo>
                  <a:pt x="9152872" y="1844675"/>
                  <a:pt x="9197507" y="1862857"/>
                  <a:pt x="9228521" y="1892741"/>
                </a:cubicBezTo>
                <a:cubicBezTo>
                  <a:pt x="9259744" y="1922835"/>
                  <a:pt x="9277347" y="1964423"/>
                  <a:pt x="9277347" y="2011236"/>
                </a:cubicBezTo>
                <a:cubicBezTo>
                  <a:pt x="9277347" y="2057839"/>
                  <a:pt x="9259744" y="2099427"/>
                  <a:pt x="9228521" y="2129521"/>
                </a:cubicBezTo>
                <a:cubicBezTo>
                  <a:pt x="9197507" y="2159405"/>
                  <a:pt x="9152872" y="2177796"/>
                  <a:pt x="9098598" y="2177796"/>
                </a:cubicBezTo>
                <a:cubicBezTo>
                  <a:pt x="8982086" y="2177796"/>
                  <a:pt x="8982086" y="2177796"/>
                  <a:pt x="8982086" y="2177796"/>
                </a:cubicBezTo>
                <a:cubicBezTo>
                  <a:pt x="8982086" y="2355850"/>
                  <a:pt x="8982086" y="2355850"/>
                  <a:pt x="8982086" y="2355850"/>
                </a:cubicBezTo>
                <a:cubicBezTo>
                  <a:pt x="8899522" y="2355850"/>
                  <a:pt x="8899522" y="2355850"/>
                  <a:pt x="8899522" y="2355850"/>
                </a:cubicBezTo>
                <a:cubicBezTo>
                  <a:pt x="8899522" y="1844675"/>
                  <a:pt x="8899522" y="1844675"/>
                  <a:pt x="8899522" y="1844675"/>
                </a:cubicBezTo>
                <a:close/>
                <a:moveTo>
                  <a:pt x="8324847" y="1844675"/>
                </a:moveTo>
                <a:cubicBezTo>
                  <a:pt x="8407608" y="1844675"/>
                  <a:pt x="8407608" y="1844675"/>
                  <a:pt x="8407608" y="1844675"/>
                </a:cubicBezTo>
                <a:cubicBezTo>
                  <a:pt x="8407608" y="2158090"/>
                  <a:pt x="8407608" y="2158090"/>
                  <a:pt x="8407608" y="2158090"/>
                </a:cubicBezTo>
                <a:cubicBezTo>
                  <a:pt x="8407608" y="2195307"/>
                  <a:pt x="8420389" y="2228551"/>
                  <a:pt x="8443017" y="2252595"/>
                </a:cubicBezTo>
                <a:cubicBezTo>
                  <a:pt x="8465855" y="2276431"/>
                  <a:pt x="8498331" y="2291066"/>
                  <a:pt x="8537931" y="2291066"/>
                </a:cubicBezTo>
                <a:cubicBezTo>
                  <a:pt x="8576692" y="2291066"/>
                  <a:pt x="8609168" y="2276431"/>
                  <a:pt x="8631797" y="2252595"/>
                </a:cubicBezTo>
                <a:cubicBezTo>
                  <a:pt x="8654425" y="2228551"/>
                  <a:pt x="8667415" y="2195307"/>
                  <a:pt x="8667415" y="2158090"/>
                </a:cubicBezTo>
                <a:cubicBezTo>
                  <a:pt x="8667415" y="1844675"/>
                  <a:pt x="8667415" y="1844675"/>
                  <a:pt x="8667415" y="1844675"/>
                </a:cubicBezTo>
                <a:cubicBezTo>
                  <a:pt x="8748710" y="1844675"/>
                  <a:pt x="8748710" y="1844675"/>
                  <a:pt x="8748710" y="1844675"/>
                </a:cubicBezTo>
                <a:cubicBezTo>
                  <a:pt x="8748710" y="2158717"/>
                  <a:pt x="8748710" y="2158717"/>
                  <a:pt x="8748710" y="2158717"/>
                </a:cubicBezTo>
                <a:cubicBezTo>
                  <a:pt x="8748710" y="2218724"/>
                  <a:pt x="8726291" y="2270785"/>
                  <a:pt x="8688577" y="2307793"/>
                </a:cubicBezTo>
                <a:cubicBezTo>
                  <a:pt x="8650863" y="2345010"/>
                  <a:pt x="8597854" y="2366963"/>
                  <a:pt x="8537093" y="2366963"/>
                </a:cubicBezTo>
                <a:cubicBezTo>
                  <a:pt x="8476331" y="2366963"/>
                  <a:pt x="8423322" y="2345010"/>
                  <a:pt x="8385399" y="2307793"/>
                </a:cubicBezTo>
                <a:cubicBezTo>
                  <a:pt x="8347475" y="2270785"/>
                  <a:pt x="8324847" y="2218724"/>
                  <a:pt x="8324847" y="2158717"/>
                </a:cubicBezTo>
                <a:cubicBezTo>
                  <a:pt x="8324847" y="1844675"/>
                  <a:pt x="8324847" y="1844675"/>
                  <a:pt x="8324847" y="1844675"/>
                </a:cubicBezTo>
                <a:close/>
                <a:moveTo>
                  <a:pt x="7197722" y="1844675"/>
                </a:moveTo>
                <a:cubicBezTo>
                  <a:pt x="7404196" y="1844675"/>
                  <a:pt x="7404196" y="1844675"/>
                  <a:pt x="7404196" y="1844675"/>
                </a:cubicBezTo>
                <a:cubicBezTo>
                  <a:pt x="7457641" y="1844675"/>
                  <a:pt x="7501065" y="1862439"/>
                  <a:pt x="7531336" y="1891906"/>
                </a:cubicBezTo>
                <a:cubicBezTo>
                  <a:pt x="7561608" y="1921581"/>
                  <a:pt x="7578727" y="1962542"/>
                  <a:pt x="7578727" y="2008937"/>
                </a:cubicBezTo>
                <a:cubicBezTo>
                  <a:pt x="7578727" y="2047390"/>
                  <a:pt x="7568080" y="2080827"/>
                  <a:pt x="7548455" y="2106950"/>
                </a:cubicBezTo>
                <a:cubicBezTo>
                  <a:pt x="7529040" y="2133073"/>
                  <a:pt x="7500647" y="2152091"/>
                  <a:pt x="7464947" y="2161495"/>
                </a:cubicBezTo>
                <a:cubicBezTo>
                  <a:pt x="7525699" y="2258673"/>
                  <a:pt x="7525699" y="2258673"/>
                  <a:pt x="7525699" y="2258673"/>
                </a:cubicBezTo>
                <a:cubicBezTo>
                  <a:pt x="7586660" y="2355850"/>
                  <a:pt x="7586660" y="2355850"/>
                  <a:pt x="7586660" y="2355850"/>
                </a:cubicBezTo>
                <a:cubicBezTo>
                  <a:pt x="7491044" y="2355850"/>
                  <a:pt x="7491044" y="2355850"/>
                  <a:pt x="7491044" y="2355850"/>
                </a:cubicBezTo>
                <a:cubicBezTo>
                  <a:pt x="7434676" y="2263479"/>
                  <a:pt x="7434676" y="2263479"/>
                  <a:pt x="7434676" y="2263479"/>
                </a:cubicBezTo>
                <a:cubicBezTo>
                  <a:pt x="7378099" y="2171108"/>
                  <a:pt x="7378099" y="2171108"/>
                  <a:pt x="7378099" y="2171108"/>
                </a:cubicBezTo>
                <a:cubicBezTo>
                  <a:pt x="7280395" y="2171108"/>
                  <a:pt x="7280395" y="2171108"/>
                  <a:pt x="7280395" y="2171108"/>
                </a:cubicBezTo>
                <a:cubicBezTo>
                  <a:pt x="7280395" y="2355850"/>
                  <a:pt x="7280395" y="2355850"/>
                  <a:pt x="7280395" y="2355850"/>
                </a:cubicBezTo>
                <a:cubicBezTo>
                  <a:pt x="7197722" y="2355850"/>
                  <a:pt x="7197722" y="2355850"/>
                  <a:pt x="7197722" y="2355850"/>
                </a:cubicBezTo>
                <a:cubicBezTo>
                  <a:pt x="7197722" y="1844675"/>
                  <a:pt x="7197722" y="1844675"/>
                  <a:pt x="7197722" y="1844675"/>
                </a:cubicBezTo>
                <a:close/>
                <a:moveTo>
                  <a:pt x="7945016" y="1833563"/>
                </a:moveTo>
                <a:cubicBezTo>
                  <a:pt x="8020028" y="1833563"/>
                  <a:pt x="8087706" y="1863673"/>
                  <a:pt x="8136527" y="1911974"/>
                </a:cubicBezTo>
                <a:cubicBezTo>
                  <a:pt x="8185138" y="1960274"/>
                  <a:pt x="8215310" y="2026976"/>
                  <a:pt x="8215310" y="2100368"/>
                </a:cubicBezTo>
                <a:cubicBezTo>
                  <a:pt x="8215310" y="2173760"/>
                  <a:pt x="8185138" y="2240461"/>
                  <a:pt x="8136527" y="2288762"/>
                </a:cubicBezTo>
                <a:cubicBezTo>
                  <a:pt x="8087706" y="2337063"/>
                  <a:pt x="8020028" y="2366963"/>
                  <a:pt x="7945016" y="2366963"/>
                </a:cubicBezTo>
                <a:cubicBezTo>
                  <a:pt x="7870004" y="2366963"/>
                  <a:pt x="7802745" y="2337063"/>
                  <a:pt x="7754134" y="2288762"/>
                </a:cubicBezTo>
                <a:cubicBezTo>
                  <a:pt x="7705523" y="2240461"/>
                  <a:pt x="7675560" y="2173760"/>
                  <a:pt x="7675560" y="2100368"/>
                </a:cubicBezTo>
                <a:cubicBezTo>
                  <a:pt x="7675560" y="2026976"/>
                  <a:pt x="7705523" y="1960274"/>
                  <a:pt x="7754134" y="1911974"/>
                </a:cubicBezTo>
                <a:cubicBezTo>
                  <a:pt x="7802745" y="1863673"/>
                  <a:pt x="7870004" y="1833563"/>
                  <a:pt x="7945016" y="1833563"/>
                </a:cubicBezTo>
                <a:close/>
                <a:moveTo>
                  <a:pt x="6834872" y="1833563"/>
                </a:moveTo>
                <a:cubicBezTo>
                  <a:pt x="6865690" y="1833563"/>
                  <a:pt x="6894831" y="1837536"/>
                  <a:pt x="6921875" y="1845482"/>
                </a:cubicBezTo>
                <a:cubicBezTo>
                  <a:pt x="6948919" y="1853218"/>
                  <a:pt x="6973658" y="1865136"/>
                  <a:pt x="6996090" y="1881028"/>
                </a:cubicBezTo>
                <a:cubicBezTo>
                  <a:pt x="6974496" y="1914692"/>
                  <a:pt x="6974496" y="1914692"/>
                  <a:pt x="6974496" y="1914692"/>
                </a:cubicBezTo>
                <a:cubicBezTo>
                  <a:pt x="6952903" y="1948356"/>
                  <a:pt x="6952903" y="1948356"/>
                  <a:pt x="6952903" y="1948356"/>
                </a:cubicBezTo>
                <a:cubicBezTo>
                  <a:pt x="6935712" y="1935183"/>
                  <a:pt x="6917263" y="1925774"/>
                  <a:pt x="6897556" y="1919501"/>
                </a:cubicBezTo>
                <a:cubicBezTo>
                  <a:pt x="6877850" y="1913228"/>
                  <a:pt x="6856885" y="1910301"/>
                  <a:pt x="6834243" y="1910301"/>
                </a:cubicBezTo>
                <a:cubicBezTo>
                  <a:pt x="6782461" y="1910301"/>
                  <a:pt x="6736548" y="1931001"/>
                  <a:pt x="6703424" y="1965084"/>
                </a:cubicBezTo>
                <a:cubicBezTo>
                  <a:pt x="6670510" y="1999166"/>
                  <a:pt x="6650384" y="2046631"/>
                  <a:pt x="6650384" y="2100368"/>
                </a:cubicBezTo>
                <a:cubicBezTo>
                  <a:pt x="6650384" y="2154105"/>
                  <a:pt x="6669671" y="2201779"/>
                  <a:pt x="6701957" y="2236070"/>
                </a:cubicBezTo>
                <a:cubicBezTo>
                  <a:pt x="6734242" y="2270152"/>
                  <a:pt x="6779526" y="2291062"/>
                  <a:pt x="6831308" y="2291062"/>
                </a:cubicBezTo>
                <a:cubicBezTo>
                  <a:pt x="6878898" y="2291062"/>
                  <a:pt x="6917473" y="2275798"/>
                  <a:pt x="6945984" y="2250498"/>
                </a:cubicBezTo>
                <a:cubicBezTo>
                  <a:pt x="6974496" y="2225197"/>
                  <a:pt x="6992735" y="2189442"/>
                  <a:pt x="6999863" y="2148460"/>
                </a:cubicBezTo>
                <a:cubicBezTo>
                  <a:pt x="6825438" y="2148460"/>
                  <a:pt x="6825438" y="2148460"/>
                  <a:pt x="6825438" y="2148460"/>
                </a:cubicBezTo>
                <a:cubicBezTo>
                  <a:pt x="6849128" y="2111241"/>
                  <a:pt x="6849128" y="2111241"/>
                  <a:pt x="6849128" y="2111241"/>
                </a:cubicBezTo>
                <a:cubicBezTo>
                  <a:pt x="6873028" y="2074022"/>
                  <a:pt x="6873028" y="2074022"/>
                  <a:pt x="6873028" y="2074022"/>
                </a:cubicBezTo>
                <a:cubicBezTo>
                  <a:pt x="7078061" y="2074022"/>
                  <a:pt x="7078061" y="2074022"/>
                  <a:pt x="7078061" y="2074022"/>
                </a:cubicBezTo>
                <a:cubicBezTo>
                  <a:pt x="7079319" y="2078204"/>
                  <a:pt x="7080158" y="2083849"/>
                  <a:pt x="7080787" y="2090540"/>
                </a:cubicBezTo>
                <a:cubicBezTo>
                  <a:pt x="7081415" y="2096813"/>
                  <a:pt x="7081835" y="2103922"/>
                  <a:pt x="7081835" y="2110613"/>
                </a:cubicBezTo>
                <a:cubicBezTo>
                  <a:pt x="7081835" y="2183378"/>
                  <a:pt x="7056258" y="2247361"/>
                  <a:pt x="7011813" y="2293362"/>
                </a:cubicBezTo>
                <a:cubicBezTo>
                  <a:pt x="6967788" y="2339363"/>
                  <a:pt x="6904894" y="2366963"/>
                  <a:pt x="6830470" y="2366963"/>
                </a:cubicBezTo>
                <a:cubicBezTo>
                  <a:pt x="6756255" y="2366963"/>
                  <a:pt x="6690007" y="2337481"/>
                  <a:pt x="6642417" y="2289389"/>
                </a:cubicBezTo>
                <a:cubicBezTo>
                  <a:pt x="6595037" y="2241088"/>
                  <a:pt x="6565897" y="2174387"/>
                  <a:pt x="6565897" y="2100368"/>
                </a:cubicBezTo>
                <a:cubicBezTo>
                  <a:pt x="6565897" y="2026139"/>
                  <a:pt x="6595876" y="1959438"/>
                  <a:pt x="6644514" y="1911346"/>
                </a:cubicBezTo>
                <a:cubicBezTo>
                  <a:pt x="6692942" y="1863255"/>
                  <a:pt x="6760238" y="1833563"/>
                  <a:pt x="6834872" y="1833563"/>
                </a:cubicBezTo>
                <a:close/>
                <a:moveTo>
                  <a:pt x="501650" y="1403350"/>
                </a:moveTo>
                <a:cubicBezTo>
                  <a:pt x="501650" y="1403350"/>
                  <a:pt x="501650" y="1403350"/>
                  <a:pt x="501650" y="1925638"/>
                </a:cubicBezTo>
                <a:cubicBezTo>
                  <a:pt x="501650" y="1925638"/>
                  <a:pt x="501650" y="1925638"/>
                  <a:pt x="842112" y="1925638"/>
                </a:cubicBezTo>
                <a:cubicBezTo>
                  <a:pt x="842112" y="1925638"/>
                  <a:pt x="842112" y="1925638"/>
                  <a:pt x="1182574" y="1925638"/>
                </a:cubicBezTo>
                <a:cubicBezTo>
                  <a:pt x="1258233" y="1925638"/>
                  <a:pt x="1326576" y="1896842"/>
                  <a:pt x="1375900" y="1849684"/>
                </a:cubicBezTo>
                <a:cubicBezTo>
                  <a:pt x="1425224" y="1802317"/>
                  <a:pt x="1455738" y="1736796"/>
                  <a:pt x="1455738" y="1662720"/>
                </a:cubicBezTo>
                <a:cubicBezTo>
                  <a:pt x="1455738" y="1588853"/>
                  <a:pt x="1425224" y="1523958"/>
                  <a:pt x="1375900" y="1477635"/>
                </a:cubicBezTo>
                <a:cubicBezTo>
                  <a:pt x="1326576" y="1431103"/>
                  <a:pt x="1258233" y="1403350"/>
                  <a:pt x="1182574" y="1403350"/>
                </a:cubicBezTo>
                <a:cubicBezTo>
                  <a:pt x="1182574" y="1403350"/>
                  <a:pt x="1182574" y="1403350"/>
                  <a:pt x="501650" y="1403350"/>
                </a:cubicBezTo>
                <a:close/>
                <a:moveTo>
                  <a:pt x="7349808" y="1012825"/>
                </a:moveTo>
                <a:cubicBezTo>
                  <a:pt x="7297999" y="1012825"/>
                  <a:pt x="7251643" y="1033706"/>
                  <a:pt x="7218292" y="1067952"/>
                </a:cubicBezTo>
                <a:cubicBezTo>
                  <a:pt x="7184731" y="1102197"/>
                  <a:pt x="7164385" y="1149598"/>
                  <a:pt x="7164385" y="1202427"/>
                </a:cubicBezTo>
                <a:cubicBezTo>
                  <a:pt x="7164385" y="1255466"/>
                  <a:pt x="7184731" y="1302866"/>
                  <a:pt x="7218292" y="1336903"/>
                </a:cubicBezTo>
                <a:cubicBezTo>
                  <a:pt x="7251643" y="1371148"/>
                  <a:pt x="7297999" y="1392238"/>
                  <a:pt x="7349808" y="1392238"/>
                </a:cubicBezTo>
                <a:cubicBezTo>
                  <a:pt x="7401827" y="1392238"/>
                  <a:pt x="7448393" y="1371357"/>
                  <a:pt x="7481953" y="1337320"/>
                </a:cubicBezTo>
                <a:cubicBezTo>
                  <a:pt x="7515304" y="1303075"/>
                  <a:pt x="7535860" y="1255675"/>
                  <a:pt x="7535860" y="1202427"/>
                </a:cubicBezTo>
                <a:cubicBezTo>
                  <a:pt x="7535860" y="1149598"/>
                  <a:pt x="7515304" y="1102197"/>
                  <a:pt x="7481534" y="1067952"/>
                </a:cubicBezTo>
                <a:cubicBezTo>
                  <a:pt x="7447973" y="1033706"/>
                  <a:pt x="7401408" y="1012825"/>
                  <a:pt x="7349808" y="1012825"/>
                </a:cubicBezTo>
                <a:close/>
                <a:moveTo>
                  <a:pt x="10448922" y="946150"/>
                </a:moveTo>
                <a:lnTo>
                  <a:pt x="10552110" y="946150"/>
                </a:lnTo>
                <a:lnTo>
                  <a:pt x="10671172" y="1139825"/>
                </a:lnTo>
                <a:lnTo>
                  <a:pt x="10790235" y="1333501"/>
                </a:lnTo>
                <a:lnTo>
                  <a:pt x="10790235" y="946150"/>
                </a:lnTo>
                <a:lnTo>
                  <a:pt x="10869610" y="946150"/>
                </a:lnTo>
                <a:lnTo>
                  <a:pt x="10869610" y="1458913"/>
                </a:lnTo>
                <a:lnTo>
                  <a:pt x="10772772" y="1458913"/>
                </a:lnTo>
                <a:lnTo>
                  <a:pt x="10650535" y="1260475"/>
                </a:lnTo>
                <a:lnTo>
                  <a:pt x="10528297" y="1062038"/>
                </a:lnTo>
                <a:lnTo>
                  <a:pt x="10528297" y="1458913"/>
                </a:lnTo>
                <a:lnTo>
                  <a:pt x="10448922" y="1458913"/>
                </a:lnTo>
                <a:close/>
                <a:moveTo>
                  <a:pt x="10185397" y="946150"/>
                </a:moveTo>
                <a:lnTo>
                  <a:pt x="10267947" y="946150"/>
                </a:lnTo>
                <a:lnTo>
                  <a:pt x="10267947" y="1458913"/>
                </a:lnTo>
                <a:lnTo>
                  <a:pt x="10185397" y="1458913"/>
                </a:lnTo>
                <a:close/>
                <a:moveTo>
                  <a:pt x="9656760" y="946150"/>
                </a:moveTo>
                <a:lnTo>
                  <a:pt x="10059985" y="946150"/>
                </a:lnTo>
                <a:lnTo>
                  <a:pt x="10059985" y="1022350"/>
                </a:lnTo>
                <a:lnTo>
                  <a:pt x="9899648" y="1022350"/>
                </a:lnTo>
                <a:lnTo>
                  <a:pt x="9899648" y="1458913"/>
                </a:lnTo>
                <a:lnTo>
                  <a:pt x="9817098" y="1458913"/>
                </a:lnTo>
                <a:lnTo>
                  <a:pt x="9817098" y="1022350"/>
                </a:lnTo>
                <a:lnTo>
                  <a:pt x="9656760" y="1022350"/>
                </a:lnTo>
                <a:close/>
                <a:moveTo>
                  <a:pt x="9336085" y="946150"/>
                </a:moveTo>
                <a:lnTo>
                  <a:pt x="9418635" y="946150"/>
                </a:lnTo>
                <a:lnTo>
                  <a:pt x="9418635" y="1382713"/>
                </a:lnTo>
                <a:lnTo>
                  <a:pt x="9671048" y="1382713"/>
                </a:lnTo>
                <a:lnTo>
                  <a:pt x="9671048" y="1458913"/>
                </a:lnTo>
                <a:lnTo>
                  <a:pt x="9336085" y="1458913"/>
                </a:lnTo>
                <a:close/>
                <a:moveTo>
                  <a:pt x="8766172" y="946150"/>
                </a:moveTo>
                <a:cubicBezTo>
                  <a:pt x="8848414" y="946150"/>
                  <a:pt x="8848414" y="946150"/>
                  <a:pt x="8848414" y="946150"/>
                </a:cubicBezTo>
                <a:cubicBezTo>
                  <a:pt x="8848414" y="1260391"/>
                  <a:pt x="8848414" y="1260391"/>
                  <a:pt x="8848414" y="1260391"/>
                </a:cubicBezTo>
                <a:cubicBezTo>
                  <a:pt x="8848414" y="1297706"/>
                  <a:pt x="8861356" y="1331038"/>
                  <a:pt x="8883900" y="1355146"/>
                </a:cubicBezTo>
                <a:cubicBezTo>
                  <a:pt x="8906443" y="1379044"/>
                  <a:pt x="8939006" y="1393718"/>
                  <a:pt x="8978249" y="1393718"/>
                </a:cubicBezTo>
                <a:cubicBezTo>
                  <a:pt x="9017074" y="1393718"/>
                  <a:pt x="9049219" y="1379044"/>
                  <a:pt x="9071972" y="1355146"/>
                </a:cubicBezTo>
                <a:cubicBezTo>
                  <a:pt x="9094515" y="1331038"/>
                  <a:pt x="9107457" y="1297706"/>
                  <a:pt x="9107457" y="1260391"/>
                </a:cubicBezTo>
                <a:cubicBezTo>
                  <a:pt x="9107457" y="946150"/>
                  <a:pt x="9107457" y="946150"/>
                  <a:pt x="9107457" y="946150"/>
                </a:cubicBezTo>
                <a:cubicBezTo>
                  <a:pt x="9188447" y="946150"/>
                  <a:pt x="9188447" y="946150"/>
                  <a:pt x="9188447" y="946150"/>
                </a:cubicBezTo>
                <a:cubicBezTo>
                  <a:pt x="9188447" y="1261230"/>
                  <a:pt x="9188447" y="1261230"/>
                  <a:pt x="9188447" y="1261230"/>
                </a:cubicBezTo>
                <a:cubicBezTo>
                  <a:pt x="9188447" y="1321185"/>
                  <a:pt x="9166112" y="1373384"/>
                  <a:pt x="9128539" y="1410489"/>
                </a:cubicBezTo>
                <a:cubicBezTo>
                  <a:pt x="9090758" y="1447804"/>
                  <a:pt x="9038156" y="1470025"/>
                  <a:pt x="8977623" y="1470025"/>
                </a:cubicBezTo>
                <a:cubicBezTo>
                  <a:pt x="8917089" y="1470025"/>
                  <a:pt x="8864278" y="1447804"/>
                  <a:pt x="8826497" y="1410489"/>
                </a:cubicBezTo>
                <a:cubicBezTo>
                  <a:pt x="8788716" y="1373384"/>
                  <a:pt x="8766172" y="1321185"/>
                  <a:pt x="8766172" y="1261230"/>
                </a:cubicBezTo>
                <a:cubicBezTo>
                  <a:pt x="8766172" y="946150"/>
                  <a:pt x="8766172" y="946150"/>
                  <a:pt x="8766172" y="946150"/>
                </a:cubicBezTo>
                <a:close/>
                <a:moveTo>
                  <a:pt x="7737472" y="946150"/>
                </a:moveTo>
                <a:lnTo>
                  <a:pt x="7839072" y="946150"/>
                </a:lnTo>
                <a:lnTo>
                  <a:pt x="7958134" y="1139825"/>
                </a:lnTo>
                <a:lnTo>
                  <a:pt x="8077197" y="1333501"/>
                </a:lnTo>
                <a:lnTo>
                  <a:pt x="8077197" y="946150"/>
                </a:lnTo>
                <a:lnTo>
                  <a:pt x="8156572" y="946150"/>
                </a:lnTo>
                <a:lnTo>
                  <a:pt x="8156572" y="1458913"/>
                </a:lnTo>
                <a:lnTo>
                  <a:pt x="8061322" y="1458913"/>
                </a:lnTo>
                <a:lnTo>
                  <a:pt x="7939084" y="1260475"/>
                </a:lnTo>
                <a:lnTo>
                  <a:pt x="7815259" y="1062038"/>
                </a:lnTo>
                <a:lnTo>
                  <a:pt x="7815259" y="1458913"/>
                </a:lnTo>
                <a:lnTo>
                  <a:pt x="7737472" y="1458913"/>
                </a:lnTo>
                <a:close/>
                <a:moveTo>
                  <a:pt x="11253544" y="936625"/>
                </a:moveTo>
                <a:cubicBezTo>
                  <a:pt x="11284280" y="936625"/>
                  <a:pt x="11313343" y="940389"/>
                  <a:pt x="11340315" y="948334"/>
                </a:cubicBezTo>
                <a:cubicBezTo>
                  <a:pt x="11367287" y="956071"/>
                  <a:pt x="11391959" y="967989"/>
                  <a:pt x="11414331" y="984090"/>
                </a:cubicBezTo>
                <a:cubicBezTo>
                  <a:pt x="11392795" y="1017545"/>
                  <a:pt x="11392795" y="1017545"/>
                  <a:pt x="11392795" y="1017545"/>
                </a:cubicBezTo>
                <a:cubicBezTo>
                  <a:pt x="11371260" y="1051209"/>
                  <a:pt x="11371260" y="1051209"/>
                  <a:pt x="11371260" y="1051209"/>
                </a:cubicBezTo>
                <a:cubicBezTo>
                  <a:pt x="11354114" y="1038036"/>
                  <a:pt x="11335715" y="1028627"/>
                  <a:pt x="11316270" y="1022354"/>
                </a:cubicBezTo>
                <a:cubicBezTo>
                  <a:pt x="11296616" y="1016290"/>
                  <a:pt x="11275498" y="1013363"/>
                  <a:pt x="11252917" y="1013363"/>
                </a:cubicBezTo>
                <a:cubicBezTo>
                  <a:pt x="11201273" y="1013363"/>
                  <a:pt x="11155483" y="1034063"/>
                  <a:pt x="11122657" y="1067936"/>
                </a:cubicBezTo>
                <a:cubicBezTo>
                  <a:pt x="11089622" y="1102019"/>
                  <a:pt x="11069549" y="1149692"/>
                  <a:pt x="11069549" y="1203221"/>
                </a:cubicBezTo>
                <a:cubicBezTo>
                  <a:pt x="11069549" y="1256958"/>
                  <a:pt x="11088785" y="1304631"/>
                  <a:pt x="11120984" y="1338923"/>
                </a:cubicBezTo>
                <a:cubicBezTo>
                  <a:pt x="11153393" y="1373214"/>
                  <a:pt x="11198346" y="1394124"/>
                  <a:pt x="11249990" y="1394124"/>
                </a:cubicBezTo>
                <a:cubicBezTo>
                  <a:pt x="11297452" y="1394124"/>
                  <a:pt x="11335924" y="1378860"/>
                  <a:pt x="11364360" y="1353350"/>
                </a:cubicBezTo>
                <a:cubicBezTo>
                  <a:pt x="11392795" y="1328050"/>
                  <a:pt x="11410986" y="1292295"/>
                  <a:pt x="11418095" y="1251521"/>
                </a:cubicBezTo>
                <a:cubicBezTo>
                  <a:pt x="11244136" y="1251521"/>
                  <a:pt x="11244136" y="1251521"/>
                  <a:pt x="11244136" y="1251521"/>
                </a:cubicBezTo>
                <a:cubicBezTo>
                  <a:pt x="11267971" y="1214303"/>
                  <a:pt x="11267971" y="1214303"/>
                  <a:pt x="11267971" y="1214303"/>
                </a:cubicBezTo>
                <a:cubicBezTo>
                  <a:pt x="11291598" y="1177084"/>
                  <a:pt x="11291598" y="1177084"/>
                  <a:pt x="11291598" y="1177084"/>
                </a:cubicBezTo>
                <a:cubicBezTo>
                  <a:pt x="11496083" y="1177084"/>
                  <a:pt x="11496083" y="1177084"/>
                  <a:pt x="11496083" y="1177084"/>
                </a:cubicBezTo>
                <a:cubicBezTo>
                  <a:pt x="11497338" y="1181057"/>
                  <a:pt x="11498174" y="1186911"/>
                  <a:pt x="11498802" y="1193393"/>
                </a:cubicBezTo>
                <a:cubicBezTo>
                  <a:pt x="11499429" y="1199875"/>
                  <a:pt x="11499847" y="1206984"/>
                  <a:pt x="11499847" y="1213466"/>
                </a:cubicBezTo>
                <a:cubicBezTo>
                  <a:pt x="11499847" y="1286231"/>
                  <a:pt x="11474339" y="1350214"/>
                  <a:pt x="11430222" y="1396215"/>
                </a:cubicBezTo>
                <a:cubicBezTo>
                  <a:pt x="11386105" y="1442216"/>
                  <a:pt x="11323379" y="1470025"/>
                  <a:pt x="11249154" y="1470025"/>
                </a:cubicBezTo>
                <a:cubicBezTo>
                  <a:pt x="11175137" y="1470025"/>
                  <a:pt x="11109066" y="1440334"/>
                  <a:pt x="11061813" y="1392242"/>
                </a:cubicBezTo>
                <a:cubicBezTo>
                  <a:pt x="11014351" y="1344150"/>
                  <a:pt x="10985497" y="1277449"/>
                  <a:pt x="10985497" y="1203221"/>
                </a:cubicBezTo>
                <a:cubicBezTo>
                  <a:pt x="10985497" y="1129201"/>
                  <a:pt x="11015187" y="1062500"/>
                  <a:pt x="11063695" y="1014408"/>
                </a:cubicBezTo>
                <a:cubicBezTo>
                  <a:pt x="11111994" y="966317"/>
                  <a:pt x="11179110" y="936625"/>
                  <a:pt x="11253544" y="936625"/>
                </a:cubicBezTo>
                <a:close/>
                <a:moveTo>
                  <a:pt x="8471697" y="936625"/>
                </a:moveTo>
                <a:cubicBezTo>
                  <a:pt x="8502452" y="936625"/>
                  <a:pt x="8530906" y="941434"/>
                  <a:pt x="8556850" y="949798"/>
                </a:cubicBezTo>
                <a:cubicBezTo>
                  <a:pt x="8582793" y="958162"/>
                  <a:pt x="8606225" y="970080"/>
                  <a:pt x="8626729" y="984717"/>
                </a:cubicBezTo>
                <a:cubicBezTo>
                  <a:pt x="8626729" y="984717"/>
                  <a:pt x="8626729" y="984717"/>
                  <a:pt x="8606225" y="1017336"/>
                </a:cubicBezTo>
                <a:cubicBezTo>
                  <a:pt x="8606225" y="1017336"/>
                  <a:pt x="8606225" y="1017336"/>
                  <a:pt x="8585722" y="1049745"/>
                </a:cubicBezTo>
                <a:cubicBezTo>
                  <a:pt x="8566474" y="1037409"/>
                  <a:pt x="8547644" y="1027581"/>
                  <a:pt x="8528605" y="1021099"/>
                </a:cubicBezTo>
                <a:cubicBezTo>
                  <a:pt x="8509775" y="1014617"/>
                  <a:pt x="8490736" y="1011063"/>
                  <a:pt x="8471070" y="1011063"/>
                </a:cubicBezTo>
                <a:cubicBezTo>
                  <a:pt x="8441151" y="1011063"/>
                  <a:pt x="8418974" y="1019217"/>
                  <a:pt x="8404328" y="1032181"/>
                </a:cubicBezTo>
                <a:cubicBezTo>
                  <a:pt x="8389683" y="1045354"/>
                  <a:pt x="8382570" y="1063755"/>
                  <a:pt x="8382570" y="1084246"/>
                </a:cubicBezTo>
                <a:cubicBezTo>
                  <a:pt x="8382570" y="1108292"/>
                  <a:pt x="8393449" y="1123556"/>
                  <a:pt x="8412697" y="1135474"/>
                </a:cubicBezTo>
                <a:cubicBezTo>
                  <a:pt x="8432155" y="1147183"/>
                  <a:pt x="8459772" y="1155338"/>
                  <a:pt x="8493038" y="1165165"/>
                </a:cubicBezTo>
                <a:cubicBezTo>
                  <a:pt x="8532789" y="1177293"/>
                  <a:pt x="8571704" y="1190257"/>
                  <a:pt x="8600786" y="1212421"/>
                </a:cubicBezTo>
                <a:cubicBezTo>
                  <a:pt x="8629658" y="1234585"/>
                  <a:pt x="8648697" y="1265740"/>
                  <a:pt x="8648697" y="1314250"/>
                </a:cubicBezTo>
                <a:cubicBezTo>
                  <a:pt x="8648697" y="1359205"/>
                  <a:pt x="8632169" y="1398097"/>
                  <a:pt x="8601413" y="1425906"/>
                </a:cubicBezTo>
                <a:cubicBezTo>
                  <a:pt x="8570658" y="1453507"/>
                  <a:pt x="8525467" y="1470025"/>
                  <a:pt x="8468140" y="1470025"/>
                </a:cubicBezTo>
                <a:cubicBezTo>
                  <a:pt x="8427552" y="1470025"/>
                  <a:pt x="8393031" y="1463125"/>
                  <a:pt x="8363531" y="1452461"/>
                </a:cubicBezTo>
                <a:cubicBezTo>
                  <a:pt x="8333821" y="1441797"/>
                  <a:pt x="8308715" y="1427161"/>
                  <a:pt x="8286747" y="1411479"/>
                </a:cubicBezTo>
                <a:cubicBezTo>
                  <a:pt x="8286747" y="1411479"/>
                  <a:pt x="8286747" y="1411479"/>
                  <a:pt x="8307251" y="1379069"/>
                </a:cubicBezTo>
                <a:cubicBezTo>
                  <a:pt x="8307251" y="1379069"/>
                  <a:pt x="8307251" y="1379069"/>
                  <a:pt x="8327754" y="1346450"/>
                </a:cubicBezTo>
                <a:cubicBezTo>
                  <a:pt x="8349931" y="1360669"/>
                  <a:pt x="8372318" y="1373005"/>
                  <a:pt x="8395541" y="1381578"/>
                </a:cubicBezTo>
                <a:cubicBezTo>
                  <a:pt x="8418765" y="1390360"/>
                  <a:pt x="8442825" y="1395378"/>
                  <a:pt x="8468768" y="1395378"/>
                </a:cubicBezTo>
                <a:cubicBezTo>
                  <a:pt x="8500569" y="1395378"/>
                  <a:pt x="8525048" y="1387224"/>
                  <a:pt x="8541367" y="1373633"/>
                </a:cubicBezTo>
                <a:cubicBezTo>
                  <a:pt x="8557686" y="1360041"/>
                  <a:pt x="8566055" y="1341014"/>
                  <a:pt x="8566055" y="1319477"/>
                </a:cubicBezTo>
                <a:cubicBezTo>
                  <a:pt x="8566055" y="1295640"/>
                  <a:pt x="8554967" y="1280376"/>
                  <a:pt x="8535509" y="1268458"/>
                </a:cubicBezTo>
                <a:cubicBezTo>
                  <a:pt x="8516261" y="1256540"/>
                  <a:pt x="8488644" y="1248176"/>
                  <a:pt x="8455587" y="1238348"/>
                </a:cubicBezTo>
                <a:cubicBezTo>
                  <a:pt x="8415417" y="1226221"/>
                  <a:pt x="8376502" y="1213466"/>
                  <a:pt x="8347630" y="1191511"/>
                </a:cubicBezTo>
                <a:cubicBezTo>
                  <a:pt x="8318758" y="1169556"/>
                  <a:pt x="8299928" y="1138192"/>
                  <a:pt x="8299928" y="1089264"/>
                </a:cubicBezTo>
                <a:cubicBezTo>
                  <a:pt x="8299928" y="1044727"/>
                  <a:pt x="8315829" y="1006463"/>
                  <a:pt x="8345329" y="979489"/>
                </a:cubicBezTo>
                <a:cubicBezTo>
                  <a:pt x="8374828" y="952516"/>
                  <a:pt x="8417718" y="936625"/>
                  <a:pt x="8471697" y="936625"/>
                </a:cubicBezTo>
                <a:close/>
                <a:moveTo>
                  <a:pt x="7349808" y="936625"/>
                </a:moveTo>
                <a:cubicBezTo>
                  <a:pt x="7424849" y="936625"/>
                  <a:pt x="7492344" y="966526"/>
                  <a:pt x="7541183" y="1014826"/>
                </a:cubicBezTo>
                <a:cubicBezTo>
                  <a:pt x="7590023" y="1063127"/>
                  <a:pt x="7619997" y="1129828"/>
                  <a:pt x="7619997" y="1203221"/>
                </a:cubicBezTo>
                <a:cubicBezTo>
                  <a:pt x="7619997" y="1276613"/>
                  <a:pt x="7590023" y="1343314"/>
                  <a:pt x="7541183" y="1391615"/>
                </a:cubicBezTo>
                <a:cubicBezTo>
                  <a:pt x="7492344" y="1440125"/>
                  <a:pt x="7424849" y="1470025"/>
                  <a:pt x="7349808" y="1470025"/>
                </a:cubicBezTo>
                <a:cubicBezTo>
                  <a:pt x="7274767" y="1470025"/>
                  <a:pt x="7207272" y="1440125"/>
                  <a:pt x="7158642" y="1391615"/>
                </a:cubicBezTo>
                <a:cubicBezTo>
                  <a:pt x="7110012" y="1343314"/>
                  <a:pt x="7080247" y="1276613"/>
                  <a:pt x="7080247" y="1203221"/>
                </a:cubicBezTo>
                <a:cubicBezTo>
                  <a:pt x="7080247" y="1129828"/>
                  <a:pt x="7110012" y="1063127"/>
                  <a:pt x="7158642" y="1014826"/>
                </a:cubicBezTo>
                <a:cubicBezTo>
                  <a:pt x="7207272" y="966526"/>
                  <a:pt x="7274767" y="936625"/>
                  <a:pt x="7349808" y="936625"/>
                </a:cubicBezTo>
                <a:close/>
                <a:moveTo>
                  <a:pt x="6837427" y="936625"/>
                </a:moveTo>
                <a:cubicBezTo>
                  <a:pt x="6874092" y="936625"/>
                  <a:pt x="6904891" y="941852"/>
                  <a:pt x="6932756" y="951680"/>
                </a:cubicBezTo>
                <a:cubicBezTo>
                  <a:pt x="6960412" y="961507"/>
                  <a:pt x="6984925" y="975726"/>
                  <a:pt x="7008810" y="993499"/>
                </a:cubicBezTo>
                <a:cubicBezTo>
                  <a:pt x="7008810" y="993499"/>
                  <a:pt x="7008810" y="993499"/>
                  <a:pt x="6987439" y="1026745"/>
                </a:cubicBezTo>
                <a:cubicBezTo>
                  <a:pt x="6987439" y="1026745"/>
                  <a:pt x="6987439" y="1026745"/>
                  <a:pt x="6966278" y="1059991"/>
                </a:cubicBezTo>
                <a:cubicBezTo>
                  <a:pt x="6946584" y="1044727"/>
                  <a:pt x="6926680" y="1032809"/>
                  <a:pt x="6904891" y="1024863"/>
                </a:cubicBezTo>
                <a:cubicBezTo>
                  <a:pt x="6883101" y="1016708"/>
                  <a:pt x="6859845" y="1012526"/>
                  <a:pt x="6833027" y="1012526"/>
                </a:cubicBezTo>
                <a:cubicBezTo>
                  <a:pt x="6782115" y="1012526"/>
                  <a:pt x="6736441" y="1033436"/>
                  <a:pt x="6703338" y="1067727"/>
                </a:cubicBezTo>
                <a:cubicBezTo>
                  <a:pt x="6670444" y="1102019"/>
                  <a:pt x="6649912" y="1149483"/>
                  <a:pt x="6649912" y="1203221"/>
                </a:cubicBezTo>
                <a:cubicBezTo>
                  <a:pt x="6649912" y="1256958"/>
                  <a:pt x="6670444" y="1304631"/>
                  <a:pt x="6703338" y="1338923"/>
                </a:cubicBezTo>
                <a:cubicBezTo>
                  <a:pt x="6736441" y="1373214"/>
                  <a:pt x="6782115" y="1393915"/>
                  <a:pt x="6833027" y="1393915"/>
                </a:cubicBezTo>
                <a:cubicBezTo>
                  <a:pt x="6859845" y="1393915"/>
                  <a:pt x="6883101" y="1389733"/>
                  <a:pt x="6904891" y="1381787"/>
                </a:cubicBezTo>
                <a:cubicBezTo>
                  <a:pt x="6926680" y="1373633"/>
                  <a:pt x="6946584" y="1361923"/>
                  <a:pt x="6966278" y="1346450"/>
                </a:cubicBezTo>
                <a:cubicBezTo>
                  <a:pt x="6966278" y="1346450"/>
                  <a:pt x="6966278" y="1346450"/>
                  <a:pt x="6987439" y="1379696"/>
                </a:cubicBezTo>
                <a:cubicBezTo>
                  <a:pt x="6987439" y="1379696"/>
                  <a:pt x="6987439" y="1379696"/>
                  <a:pt x="7008810" y="1412942"/>
                </a:cubicBezTo>
                <a:cubicBezTo>
                  <a:pt x="6984925" y="1430924"/>
                  <a:pt x="6960412" y="1445143"/>
                  <a:pt x="6932756" y="1454970"/>
                </a:cubicBezTo>
                <a:cubicBezTo>
                  <a:pt x="6904891" y="1464589"/>
                  <a:pt x="6874092" y="1470025"/>
                  <a:pt x="6837427" y="1470025"/>
                </a:cubicBezTo>
                <a:cubicBezTo>
                  <a:pt x="6761373" y="1470025"/>
                  <a:pt x="6693491" y="1440334"/>
                  <a:pt x="6644674" y="1392242"/>
                </a:cubicBezTo>
                <a:cubicBezTo>
                  <a:pt x="6595648" y="1344150"/>
                  <a:pt x="6565897" y="1277449"/>
                  <a:pt x="6565897" y="1203221"/>
                </a:cubicBezTo>
                <a:cubicBezTo>
                  <a:pt x="6565897" y="1129201"/>
                  <a:pt x="6595648" y="1062500"/>
                  <a:pt x="6644674" y="1014408"/>
                </a:cubicBezTo>
                <a:cubicBezTo>
                  <a:pt x="6693491" y="966107"/>
                  <a:pt x="6761373" y="936625"/>
                  <a:pt x="6837427" y="936625"/>
                </a:cubicBezTo>
                <a:close/>
                <a:moveTo>
                  <a:pt x="501650" y="477838"/>
                </a:moveTo>
                <a:cubicBezTo>
                  <a:pt x="501650" y="477838"/>
                  <a:pt x="501650" y="477838"/>
                  <a:pt x="501650" y="981076"/>
                </a:cubicBezTo>
                <a:cubicBezTo>
                  <a:pt x="501650" y="981076"/>
                  <a:pt x="501650" y="981076"/>
                  <a:pt x="786010" y="981076"/>
                </a:cubicBezTo>
                <a:cubicBezTo>
                  <a:pt x="786010" y="981076"/>
                  <a:pt x="786010" y="981076"/>
                  <a:pt x="1070579" y="981076"/>
                </a:cubicBezTo>
                <a:cubicBezTo>
                  <a:pt x="1142870" y="981076"/>
                  <a:pt x="1207013" y="953710"/>
                  <a:pt x="1253188" y="908588"/>
                </a:cubicBezTo>
                <a:cubicBezTo>
                  <a:pt x="1299153" y="863466"/>
                  <a:pt x="1327150" y="800169"/>
                  <a:pt x="1327150" y="727681"/>
                </a:cubicBezTo>
                <a:cubicBezTo>
                  <a:pt x="1327150" y="655402"/>
                  <a:pt x="1299153" y="592942"/>
                  <a:pt x="1253188" y="548446"/>
                </a:cubicBezTo>
                <a:cubicBezTo>
                  <a:pt x="1207013" y="503951"/>
                  <a:pt x="1142870" y="477838"/>
                  <a:pt x="1070579" y="477838"/>
                </a:cubicBezTo>
                <a:cubicBezTo>
                  <a:pt x="1070579" y="477838"/>
                  <a:pt x="1070579" y="477838"/>
                  <a:pt x="501650" y="477838"/>
                </a:cubicBezTo>
                <a:close/>
                <a:moveTo>
                  <a:pt x="6675435" y="336550"/>
                </a:moveTo>
                <a:cubicBezTo>
                  <a:pt x="6675435" y="487363"/>
                  <a:pt x="6675435" y="487363"/>
                  <a:pt x="6675435" y="487363"/>
                </a:cubicBezTo>
                <a:cubicBezTo>
                  <a:pt x="6808467" y="487363"/>
                  <a:pt x="6808467" y="487363"/>
                  <a:pt x="6808467" y="487363"/>
                </a:cubicBezTo>
                <a:cubicBezTo>
                  <a:pt x="6831475" y="487363"/>
                  <a:pt x="6851346" y="478985"/>
                  <a:pt x="6865570" y="465370"/>
                </a:cubicBezTo>
                <a:cubicBezTo>
                  <a:pt x="6879793" y="451755"/>
                  <a:pt x="6888160" y="432903"/>
                  <a:pt x="6888160" y="411957"/>
                </a:cubicBezTo>
                <a:cubicBezTo>
                  <a:pt x="6888160" y="390801"/>
                  <a:pt x="6879793" y="371949"/>
                  <a:pt x="6865570" y="358334"/>
                </a:cubicBezTo>
                <a:cubicBezTo>
                  <a:pt x="6851346" y="344719"/>
                  <a:pt x="6831475" y="336550"/>
                  <a:pt x="6808467" y="336550"/>
                </a:cubicBezTo>
                <a:cubicBezTo>
                  <a:pt x="6675435" y="336550"/>
                  <a:pt x="6675435" y="336550"/>
                  <a:pt x="6675435" y="336550"/>
                </a:cubicBezTo>
                <a:close/>
                <a:moveTo>
                  <a:pt x="6675435" y="122238"/>
                </a:moveTo>
                <a:cubicBezTo>
                  <a:pt x="6675435" y="265113"/>
                  <a:pt x="6675435" y="265113"/>
                  <a:pt x="6675435" y="265113"/>
                </a:cubicBezTo>
                <a:cubicBezTo>
                  <a:pt x="6795279" y="265113"/>
                  <a:pt x="6795279" y="265113"/>
                  <a:pt x="6795279" y="265113"/>
                </a:cubicBezTo>
                <a:cubicBezTo>
                  <a:pt x="6816822" y="265113"/>
                  <a:pt x="6835228" y="257396"/>
                  <a:pt x="6848404" y="244673"/>
                </a:cubicBezTo>
                <a:cubicBezTo>
                  <a:pt x="6861372" y="231949"/>
                  <a:pt x="6869110" y="214012"/>
                  <a:pt x="6869110" y="193571"/>
                </a:cubicBezTo>
                <a:cubicBezTo>
                  <a:pt x="6869110" y="173131"/>
                  <a:pt x="6861372" y="155402"/>
                  <a:pt x="6848404" y="142679"/>
                </a:cubicBezTo>
                <a:cubicBezTo>
                  <a:pt x="6835228" y="129747"/>
                  <a:pt x="6816822" y="122238"/>
                  <a:pt x="6795279" y="122238"/>
                </a:cubicBezTo>
                <a:cubicBezTo>
                  <a:pt x="6675435" y="122238"/>
                  <a:pt x="6675435" y="122238"/>
                  <a:pt x="6675435" y="122238"/>
                </a:cubicBezTo>
                <a:close/>
                <a:moveTo>
                  <a:pt x="8850791" y="114300"/>
                </a:moveTo>
                <a:cubicBezTo>
                  <a:pt x="8799203" y="114300"/>
                  <a:pt x="8753045" y="135269"/>
                  <a:pt x="8719837" y="169657"/>
                </a:cubicBezTo>
                <a:cubicBezTo>
                  <a:pt x="8686419" y="204046"/>
                  <a:pt x="8666160" y="251645"/>
                  <a:pt x="8666160" y="304905"/>
                </a:cubicBezTo>
                <a:cubicBezTo>
                  <a:pt x="8666160" y="357956"/>
                  <a:pt x="8686419" y="405554"/>
                  <a:pt x="8719837" y="439943"/>
                </a:cubicBezTo>
                <a:cubicBezTo>
                  <a:pt x="8753045" y="474332"/>
                  <a:pt x="8799203" y="495300"/>
                  <a:pt x="8850791" y="495300"/>
                </a:cubicBezTo>
                <a:cubicBezTo>
                  <a:pt x="8902588" y="495300"/>
                  <a:pt x="8948954" y="474541"/>
                  <a:pt x="8982163" y="440153"/>
                </a:cubicBezTo>
                <a:cubicBezTo>
                  <a:pt x="9015580" y="405974"/>
                  <a:pt x="9036048" y="358375"/>
                  <a:pt x="9036048" y="304905"/>
                </a:cubicBezTo>
                <a:cubicBezTo>
                  <a:pt x="9036048" y="251645"/>
                  <a:pt x="9015371" y="204046"/>
                  <a:pt x="8981954" y="169657"/>
                </a:cubicBezTo>
                <a:cubicBezTo>
                  <a:pt x="8948536" y="135269"/>
                  <a:pt x="8902170" y="114300"/>
                  <a:pt x="8850791" y="114300"/>
                </a:cubicBezTo>
                <a:close/>
                <a:moveTo>
                  <a:pt x="7335415" y="114300"/>
                </a:moveTo>
                <a:cubicBezTo>
                  <a:pt x="7283845" y="114300"/>
                  <a:pt x="7237515" y="135269"/>
                  <a:pt x="7203974" y="169657"/>
                </a:cubicBezTo>
                <a:cubicBezTo>
                  <a:pt x="7170642" y="204046"/>
                  <a:pt x="7150097" y="251645"/>
                  <a:pt x="7150097" y="304905"/>
                </a:cubicBezTo>
                <a:cubicBezTo>
                  <a:pt x="7150097" y="357956"/>
                  <a:pt x="7170642" y="405554"/>
                  <a:pt x="7203974" y="439943"/>
                </a:cubicBezTo>
                <a:cubicBezTo>
                  <a:pt x="7237515" y="474332"/>
                  <a:pt x="7283845" y="495300"/>
                  <a:pt x="7335415" y="495300"/>
                </a:cubicBezTo>
                <a:cubicBezTo>
                  <a:pt x="7387405" y="495300"/>
                  <a:pt x="7433944" y="474541"/>
                  <a:pt x="7467486" y="440153"/>
                </a:cubicBezTo>
                <a:cubicBezTo>
                  <a:pt x="7501028" y="405974"/>
                  <a:pt x="7521572" y="358375"/>
                  <a:pt x="7521572" y="304905"/>
                </a:cubicBezTo>
                <a:cubicBezTo>
                  <a:pt x="7521572" y="251645"/>
                  <a:pt x="7500818" y="204046"/>
                  <a:pt x="7467067" y="169657"/>
                </a:cubicBezTo>
                <a:cubicBezTo>
                  <a:pt x="7433525" y="135269"/>
                  <a:pt x="7386986" y="114300"/>
                  <a:pt x="7335415" y="114300"/>
                </a:cubicBezTo>
                <a:close/>
                <a:moveTo>
                  <a:pt x="9237660" y="49213"/>
                </a:moveTo>
                <a:lnTo>
                  <a:pt x="9339260" y="49213"/>
                </a:lnTo>
                <a:lnTo>
                  <a:pt x="9458322" y="242888"/>
                </a:lnTo>
                <a:lnTo>
                  <a:pt x="9578972" y="436563"/>
                </a:lnTo>
                <a:lnTo>
                  <a:pt x="9578972" y="49213"/>
                </a:lnTo>
                <a:lnTo>
                  <a:pt x="9656760" y="49213"/>
                </a:lnTo>
                <a:lnTo>
                  <a:pt x="9656760" y="560388"/>
                </a:lnTo>
                <a:lnTo>
                  <a:pt x="9561510" y="560388"/>
                </a:lnTo>
                <a:lnTo>
                  <a:pt x="9439272" y="363538"/>
                </a:lnTo>
                <a:lnTo>
                  <a:pt x="9317035" y="165101"/>
                </a:lnTo>
                <a:lnTo>
                  <a:pt x="9317035" y="560388"/>
                </a:lnTo>
                <a:lnTo>
                  <a:pt x="9237660" y="560388"/>
                </a:lnTo>
                <a:close/>
                <a:moveTo>
                  <a:pt x="8126410" y="49213"/>
                </a:moveTo>
                <a:lnTo>
                  <a:pt x="8529635" y="49213"/>
                </a:lnTo>
                <a:lnTo>
                  <a:pt x="8529635" y="125413"/>
                </a:lnTo>
                <a:lnTo>
                  <a:pt x="8369298" y="125413"/>
                </a:lnTo>
                <a:lnTo>
                  <a:pt x="8369298" y="560388"/>
                </a:lnTo>
                <a:lnTo>
                  <a:pt x="8285160" y="560388"/>
                </a:lnTo>
                <a:lnTo>
                  <a:pt x="8285160" y="125413"/>
                </a:lnTo>
                <a:lnTo>
                  <a:pt x="8126410" y="125413"/>
                </a:lnTo>
                <a:close/>
                <a:moveTo>
                  <a:pt x="6592885" y="49213"/>
                </a:moveTo>
                <a:cubicBezTo>
                  <a:pt x="6795851" y="49213"/>
                  <a:pt x="6795851" y="49213"/>
                  <a:pt x="6795851" y="49213"/>
                </a:cubicBezTo>
                <a:cubicBezTo>
                  <a:pt x="6840537" y="49213"/>
                  <a:pt x="6879794" y="63633"/>
                  <a:pt x="6907775" y="87875"/>
                </a:cubicBezTo>
                <a:cubicBezTo>
                  <a:pt x="6935756" y="112117"/>
                  <a:pt x="6952670" y="146182"/>
                  <a:pt x="6952670" y="185680"/>
                </a:cubicBezTo>
                <a:cubicBezTo>
                  <a:pt x="6952670" y="208041"/>
                  <a:pt x="6946823" y="228103"/>
                  <a:pt x="6936382" y="245658"/>
                </a:cubicBezTo>
                <a:cubicBezTo>
                  <a:pt x="6925733" y="263004"/>
                  <a:pt x="6910698" y="277633"/>
                  <a:pt x="6892114" y="288709"/>
                </a:cubicBezTo>
                <a:cubicBezTo>
                  <a:pt x="6916963" y="300621"/>
                  <a:pt x="6937009" y="318176"/>
                  <a:pt x="6950791" y="339492"/>
                </a:cubicBezTo>
                <a:cubicBezTo>
                  <a:pt x="6964572" y="360808"/>
                  <a:pt x="6972298" y="385677"/>
                  <a:pt x="6972298" y="412845"/>
                </a:cubicBezTo>
                <a:cubicBezTo>
                  <a:pt x="6972298" y="454015"/>
                  <a:pt x="6955384" y="491005"/>
                  <a:pt x="6926359" y="517546"/>
                </a:cubicBezTo>
                <a:cubicBezTo>
                  <a:pt x="6897543" y="544087"/>
                  <a:pt x="6856616" y="560388"/>
                  <a:pt x="6808798" y="560388"/>
                </a:cubicBezTo>
                <a:cubicBezTo>
                  <a:pt x="6592885" y="560388"/>
                  <a:pt x="6592885" y="560388"/>
                  <a:pt x="6592885" y="560388"/>
                </a:cubicBezTo>
                <a:cubicBezTo>
                  <a:pt x="6592885" y="49213"/>
                  <a:pt x="6592885" y="49213"/>
                  <a:pt x="6592885" y="49213"/>
                </a:cubicBezTo>
                <a:close/>
                <a:moveTo>
                  <a:pt x="8850790" y="38100"/>
                </a:moveTo>
                <a:cubicBezTo>
                  <a:pt x="8925610" y="38100"/>
                  <a:pt x="8992907" y="68001"/>
                  <a:pt x="9041603" y="116301"/>
                </a:cubicBezTo>
                <a:cubicBezTo>
                  <a:pt x="9090299" y="164602"/>
                  <a:pt x="9120185" y="231303"/>
                  <a:pt x="9120185" y="304905"/>
                </a:cubicBezTo>
                <a:cubicBezTo>
                  <a:pt x="9120185" y="378297"/>
                  <a:pt x="9090299" y="444998"/>
                  <a:pt x="9041603" y="493090"/>
                </a:cubicBezTo>
                <a:cubicBezTo>
                  <a:pt x="8992907" y="541600"/>
                  <a:pt x="8925610" y="571500"/>
                  <a:pt x="8850790" y="571500"/>
                </a:cubicBezTo>
                <a:cubicBezTo>
                  <a:pt x="8775761" y="571500"/>
                  <a:pt x="8708673" y="541600"/>
                  <a:pt x="8660186" y="493090"/>
                </a:cubicBezTo>
                <a:cubicBezTo>
                  <a:pt x="8611699" y="444998"/>
                  <a:pt x="8582022" y="378297"/>
                  <a:pt x="8582022" y="304905"/>
                </a:cubicBezTo>
                <a:cubicBezTo>
                  <a:pt x="8582022" y="231303"/>
                  <a:pt x="8611699" y="164602"/>
                  <a:pt x="8660186" y="116301"/>
                </a:cubicBezTo>
                <a:cubicBezTo>
                  <a:pt x="8708673" y="68001"/>
                  <a:pt x="8775761" y="38100"/>
                  <a:pt x="8850790" y="38100"/>
                </a:cubicBezTo>
                <a:close/>
                <a:moveTo>
                  <a:pt x="7870035" y="38100"/>
                </a:moveTo>
                <a:cubicBezTo>
                  <a:pt x="7871499" y="38100"/>
                  <a:pt x="7871499" y="38100"/>
                  <a:pt x="7871499" y="38100"/>
                </a:cubicBezTo>
                <a:cubicBezTo>
                  <a:pt x="7901627" y="38309"/>
                  <a:pt x="7929663" y="42909"/>
                  <a:pt x="7955187" y="51273"/>
                </a:cubicBezTo>
                <a:cubicBezTo>
                  <a:pt x="7981131" y="59637"/>
                  <a:pt x="8004563" y="71764"/>
                  <a:pt x="8025067" y="86401"/>
                </a:cubicBezTo>
                <a:cubicBezTo>
                  <a:pt x="8004563" y="118811"/>
                  <a:pt x="8004563" y="118811"/>
                  <a:pt x="8004563" y="118811"/>
                </a:cubicBezTo>
                <a:cubicBezTo>
                  <a:pt x="7984060" y="151429"/>
                  <a:pt x="7984060" y="151429"/>
                  <a:pt x="7984060" y="151429"/>
                </a:cubicBezTo>
                <a:cubicBezTo>
                  <a:pt x="7964811" y="138884"/>
                  <a:pt x="7945982" y="129265"/>
                  <a:pt x="7926943" y="122574"/>
                </a:cubicBezTo>
                <a:cubicBezTo>
                  <a:pt x="7908113" y="116092"/>
                  <a:pt x="7889074" y="112538"/>
                  <a:pt x="7869198" y="112538"/>
                </a:cubicBezTo>
                <a:cubicBezTo>
                  <a:pt x="7839280" y="112538"/>
                  <a:pt x="7817312" y="120692"/>
                  <a:pt x="7802666" y="133865"/>
                </a:cubicBezTo>
                <a:cubicBezTo>
                  <a:pt x="7788021" y="147038"/>
                  <a:pt x="7780907" y="165230"/>
                  <a:pt x="7780907" y="185721"/>
                </a:cubicBezTo>
                <a:cubicBezTo>
                  <a:pt x="7780907" y="209767"/>
                  <a:pt x="7791787" y="225031"/>
                  <a:pt x="7811035" y="236949"/>
                </a:cubicBezTo>
                <a:cubicBezTo>
                  <a:pt x="7830283" y="248658"/>
                  <a:pt x="7857900" y="257022"/>
                  <a:pt x="7891166" y="266849"/>
                </a:cubicBezTo>
                <a:cubicBezTo>
                  <a:pt x="7931127" y="278977"/>
                  <a:pt x="7970042" y="291941"/>
                  <a:pt x="7998914" y="313896"/>
                </a:cubicBezTo>
                <a:cubicBezTo>
                  <a:pt x="8027996" y="336060"/>
                  <a:pt x="8047035" y="367424"/>
                  <a:pt x="8047035" y="415934"/>
                </a:cubicBezTo>
                <a:cubicBezTo>
                  <a:pt x="8047035" y="460889"/>
                  <a:pt x="8030506" y="499781"/>
                  <a:pt x="7999751" y="527381"/>
                </a:cubicBezTo>
                <a:cubicBezTo>
                  <a:pt x="7968787" y="554982"/>
                  <a:pt x="7923804" y="571500"/>
                  <a:pt x="7866478" y="571500"/>
                </a:cubicBezTo>
                <a:cubicBezTo>
                  <a:pt x="7825890" y="571500"/>
                  <a:pt x="7791368" y="564809"/>
                  <a:pt x="7761659" y="554145"/>
                </a:cubicBezTo>
                <a:cubicBezTo>
                  <a:pt x="7731950" y="543272"/>
                  <a:pt x="7707053" y="528845"/>
                  <a:pt x="7685085" y="512954"/>
                </a:cubicBezTo>
                <a:cubicBezTo>
                  <a:pt x="7725883" y="447925"/>
                  <a:pt x="7725883" y="447925"/>
                  <a:pt x="7725883" y="447925"/>
                </a:cubicBezTo>
                <a:cubicBezTo>
                  <a:pt x="7748269" y="462353"/>
                  <a:pt x="7770656" y="474480"/>
                  <a:pt x="7793879" y="483053"/>
                </a:cubicBezTo>
                <a:cubicBezTo>
                  <a:pt x="7816893" y="491835"/>
                  <a:pt x="7841163" y="497063"/>
                  <a:pt x="7867106" y="497063"/>
                </a:cubicBezTo>
                <a:cubicBezTo>
                  <a:pt x="7898907" y="497063"/>
                  <a:pt x="7923177" y="488699"/>
                  <a:pt x="7939496" y="475108"/>
                </a:cubicBezTo>
                <a:cubicBezTo>
                  <a:pt x="7956024" y="461516"/>
                  <a:pt x="7964393" y="442489"/>
                  <a:pt x="7964393" y="420952"/>
                </a:cubicBezTo>
                <a:cubicBezTo>
                  <a:pt x="7964393" y="397324"/>
                  <a:pt x="7953095" y="381851"/>
                  <a:pt x="7933847" y="369933"/>
                </a:cubicBezTo>
                <a:cubicBezTo>
                  <a:pt x="7914389" y="358224"/>
                  <a:pt x="7886982" y="349860"/>
                  <a:pt x="7853925" y="339823"/>
                </a:cubicBezTo>
                <a:cubicBezTo>
                  <a:pt x="7813755" y="327696"/>
                  <a:pt x="7774840" y="314941"/>
                  <a:pt x="7745968" y="292986"/>
                </a:cubicBezTo>
                <a:cubicBezTo>
                  <a:pt x="7717095" y="271031"/>
                  <a:pt x="7698266" y="239667"/>
                  <a:pt x="7698266" y="190739"/>
                </a:cubicBezTo>
                <a:cubicBezTo>
                  <a:pt x="7698266" y="146202"/>
                  <a:pt x="7714166" y="107938"/>
                  <a:pt x="7743666" y="80964"/>
                </a:cubicBezTo>
                <a:cubicBezTo>
                  <a:pt x="7772957" y="53991"/>
                  <a:pt x="7815847" y="38100"/>
                  <a:pt x="7870035" y="38100"/>
                </a:cubicBezTo>
                <a:close/>
                <a:moveTo>
                  <a:pt x="7334624" y="38100"/>
                </a:moveTo>
                <a:cubicBezTo>
                  <a:pt x="7409415" y="38100"/>
                  <a:pt x="7476894" y="68001"/>
                  <a:pt x="7525363" y="116301"/>
                </a:cubicBezTo>
                <a:cubicBezTo>
                  <a:pt x="7574040" y="164602"/>
                  <a:pt x="7604123" y="231303"/>
                  <a:pt x="7604123" y="304905"/>
                </a:cubicBezTo>
                <a:cubicBezTo>
                  <a:pt x="7604123" y="378297"/>
                  <a:pt x="7574040" y="444998"/>
                  <a:pt x="7525363" y="493090"/>
                </a:cubicBezTo>
                <a:cubicBezTo>
                  <a:pt x="7476894" y="541600"/>
                  <a:pt x="7409415" y="571500"/>
                  <a:pt x="7334624" y="571500"/>
                </a:cubicBezTo>
                <a:cubicBezTo>
                  <a:pt x="7259833" y="571500"/>
                  <a:pt x="7192562" y="541600"/>
                  <a:pt x="7144094" y="493090"/>
                </a:cubicBezTo>
                <a:cubicBezTo>
                  <a:pt x="7095626" y="444998"/>
                  <a:pt x="7065960" y="378297"/>
                  <a:pt x="7065960" y="304905"/>
                </a:cubicBezTo>
                <a:cubicBezTo>
                  <a:pt x="7065960" y="231303"/>
                  <a:pt x="7095626" y="164602"/>
                  <a:pt x="7144094" y="116301"/>
                </a:cubicBezTo>
                <a:cubicBezTo>
                  <a:pt x="7192562" y="68001"/>
                  <a:pt x="7259833" y="38100"/>
                  <a:pt x="7334624" y="38100"/>
                </a:cubicBezTo>
                <a:close/>
                <a:moveTo>
                  <a:pt x="2766077" y="0"/>
                </a:moveTo>
                <a:cubicBezTo>
                  <a:pt x="2901191" y="0"/>
                  <a:pt x="3028777" y="17359"/>
                  <a:pt x="3146531" y="51449"/>
                </a:cubicBezTo>
                <a:cubicBezTo>
                  <a:pt x="3264077" y="85540"/>
                  <a:pt x="3372000" y="136571"/>
                  <a:pt x="3467375" y="204124"/>
                </a:cubicBezTo>
                <a:cubicBezTo>
                  <a:pt x="3467375" y="204124"/>
                  <a:pt x="3467375" y="204124"/>
                  <a:pt x="3340627" y="403228"/>
                </a:cubicBezTo>
                <a:cubicBezTo>
                  <a:pt x="3340627" y="403228"/>
                  <a:pt x="3340627" y="403228"/>
                  <a:pt x="3213880" y="602542"/>
                </a:cubicBezTo>
                <a:cubicBezTo>
                  <a:pt x="3153015" y="556321"/>
                  <a:pt x="3084622" y="520976"/>
                  <a:pt x="3009743" y="496716"/>
                </a:cubicBezTo>
                <a:cubicBezTo>
                  <a:pt x="2934865" y="472455"/>
                  <a:pt x="2853295" y="459279"/>
                  <a:pt x="2766077" y="457606"/>
                </a:cubicBezTo>
                <a:cubicBezTo>
                  <a:pt x="2556923" y="459279"/>
                  <a:pt x="2368473" y="545655"/>
                  <a:pt x="2232314" y="681180"/>
                </a:cubicBezTo>
                <a:cubicBezTo>
                  <a:pt x="2095946" y="816496"/>
                  <a:pt x="2012073" y="1000960"/>
                  <a:pt x="2012073" y="1198391"/>
                </a:cubicBezTo>
                <a:cubicBezTo>
                  <a:pt x="2012073" y="1399378"/>
                  <a:pt x="2095946" y="1585307"/>
                  <a:pt x="2232314" y="1721250"/>
                </a:cubicBezTo>
                <a:cubicBezTo>
                  <a:pt x="2368473" y="1856984"/>
                  <a:pt x="2556923" y="1942732"/>
                  <a:pt x="2766077" y="1942732"/>
                </a:cubicBezTo>
                <a:cubicBezTo>
                  <a:pt x="2868145" y="1942732"/>
                  <a:pt x="2962893" y="1923700"/>
                  <a:pt x="3050111" y="1886682"/>
                </a:cubicBezTo>
                <a:cubicBezTo>
                  <a:pt x="3137328" y="1849664"/>
                  <a:pt x="3217225" y="1794450"/>
                  <a:pt x="3289594" y="1722086"/>
                </a:cubicBezTo>
                <a:cubicBezTo>
                  <a:pt x="3462565" y="1549125"/>
                  <a:pt x="3493101" y="1332661"/>
                  <a:pt x="3543925" y="1095493"/>
                </a:cubicBezTo>
                <a:cubicBezTo>
                  <a:pt x="3595168" y="858533"/>
                  <a:pt x="3666699" y="600869"/>
                  <a:pt x="3921866" y="345714"/>
                </a:cubicBezTo>
                <a:cubicBezTo>
                  <a:pt x="4028953" y="238633"/>
                  <a:pt x="4155701" y="152256"/>
                  <a:pt x="4300646" y="92441"/>
                </a:cubicBezTo>
                <a:cubicBezTo>
                  <a:pt x="4445590" y="32836"/>
                  <a:pt x="4608522" y="0"/>
                  <a:pt x="4787977" y="0"/>
                </a:cubicBezTo>
                <a:cubicBezTo>
                  <a:pt x="4922882" y="0"/>
                  <a:pt x="5050676" y="18823"/>
                  <a:pt x="5168221" y="54796"/>
                </a:cubicBezTo>
                <a:cubicBezTo>
                  <a:pt x="5285976" y="90559"/>
                  <a:pt x="5393900" y="143054"/>
                  <a:pt x="5489275" y="210607"/>
                </a:cubicBezTo>
                <a:cubicBezTo>
                  <a:pt x="5489275" y="210607"/>
                  <a:pt x="5489275" y="210607"/>
                  <a:pt x="5364200" y="409921"/>
                </a:cubicBezTo>
                <a:cubicBezTo>
                  <a:pt x="5364200" y="409921"/>
                  <a:pt x="5364200" y="409921"/>
                  <a:pt x="5239125" y="609025"/>
                </a:cubicBezTo>
                <a:cubicBezTo>
                  <a:pt x="5176588" y="563014"/>
                  <a:pt x="5107357" y="525996"/>
                  <a:pt x="5031643" y="500480"/>
                </a:cubicBezTo>
                <a:cubicBezTo>
                  <a:pt x="4955929" y="474965"/>
                  <a:pt x="4873522" y="460952"/>
                  <a:pt x="4784631" y="460952"/>
                </a:cubicBezTo>
                <a:cubicBezTo>
                  <a:pt x="4580495" y="460952"/>
                  <a:pt x="4396857" y="544818"/>
                  <a:pt x="4264462" y="679089"/>
                </a:cubicBezTo>
                <a:cubicBezTo>
                  <a:pt x="4131857" y="813149"/>
                  <a:pt x="4050287" y="997614"/>
                  <a:pt x="4050287" y="1198391"/>
                </a:cubicBezTo>
                <a:cubicBezTo>
                  <a:pt x="4050287" y="1402724"/>
                  <a:pt x="4131021" y="1589489"/>
                  <a:pt x="4262370" y="1725223"/>
                </a:cubicBezTo>
                <a:cubicBezTo>
                  <a:pt x="4393720" y="1861167"/>
                  <a:pt x="4575477" y="1945870"/>
                  <a:pt x="4778147" y="1945870"/>
                </a:cubicBezTo>
                <a:cubicBezTo>
                  <a:pt x="4939406" y="1945870"/>
                  <a:pt x="5080167" y="1893165"/>
                  <a:pt x="5191438" y="1804280"/>
                </a:cubicBezTo>
                <a:cubicBezTo>
                  <a:pt x="5302499" y="1715394"/>
                  <a:pt x="5384070" y="1590326"/>
                  <a:pt x="5426737" y="1445390"/>
                </a:cubicBezTo>
                <a:cubicBezTo>
                  <a:pt x="5426737" y="1445390"/>
                  <a:pt x="5426737" y="1445390"/>
                  <a:pt x="4708917" y="1445390"/>
                </a:cubicBezTo>
                <a:cubicBezTo>
                  <a:pt x="4708917" y="1445390"/>
                  <a:pt x="4708917" y="1445390"/>
                  <a:pt x="4850515" y="1223279"/>
                </a:cubicBezTo>
                <a:cubicBezTo>
                  <a:pt x="4850515" y="1223279"/>
                  <a:pt x="4850515" y="1223279"/>
                  <a:pt x="4992113" y="1000960"/>
                </a:cubicBezTo>
                <a:cubicBezTo>
                  <a:pt x="4992113" y="1000960"/>
                  <a:pt x="4992113" y="1000960"/>
                  <a:pt x="5457901" y="1000960"/>
                </a:cubicBezTo>
                <a:cubicBezTo>
                  <a:pt x="5457901" y="1000960"/>
                  <a:pt x="5457901" y="1000960"/>
                  <a:pt x="5924108" y="1000960"/>
                </a:cubicBezTo>
                <a:cubicBezTo>
                  <a:pt x="5928919" y="1033796"/>
                  <a:pt x="5933102" y="1066840"/>
                  <a:pt x="5936030" y="1100094"/>
                </a:cubicBezTo>
                <a:cubicBezTo>
                  <a:pt x="5938749" y="1133557"/>
                  <a:pt x="5940422" y="1167229"/>
                  <a:pt x="5940422" y="1201738"/>
                </a:cubicBezTo>
                <a:cubicBezTo>
                  <a:pt x="5940422" y="1532602"/>
                  <a:pt x="5812001" y="1833141"/>
                  <a:pt x="5600963" y="2050860"/>
                </a:cubicBezTo>
                <a:cubicBezTo>
                  <a:pt x="5389717" y="2268578"/>
                  <a:pt x="5095854" y="2403475"/>
                  <a:pt x="4764970" y="2403475"/>
                </a:cubicBezTo>
                <a:cubicBezTo>
                  <a:pt x="4549331" y="2403475"/>
                  <a:pt x="4350006" y="2352653"/>
                  <a:pt x="4178290" y="2262513"/>
                </a:cubicBezTo>
                <a:cubicBezTo>
                  <a:pt x="4006784" y="2172372"/>
                  <a:pt x="3862676" y="2043121"/>
                  <a:pt x="3757265" y="1886682"/>
                </a:cubicBezTo>
                <a:cubicBezTo>
                  <a:pt x="3647040" y="2044794"/>
                  <a:pt x="3502931" y="2173836"/>
                  <a:pt x="3332469" y="2263558"/>
                </a:cubicBezTo>
                <a:cubicBezTo>
                  <a:pt x="3162009" y="2353490"/>
                  <a:pt x="2965403" y="2403475"/>
                  <a:pt x="2749555" y="2403475"/>
                </a:cubicBezTo>
                <a:cubicBezTo>
                  <a:pt x="2566961" y="2403475"/>
                  <a:pt x="2395664" y="2364993"/>
                  <a:pt x="2242563" y="2295766"/>
                </a:cubicBezTo>
                <a:cubicBezTo>
                  <a:pt x="2089461" y="2226540"/>
                  <a:pt x="1954347" y="2126988"/>
                  <a:pt x="1844121" y="2005266"/>
                </a:cubicBezTo>
                <a:cubicBezTo>
                  <a:pt x="1783258" y="2108792"/>
                  <a:pt x="1694366" y="2196214"/>
                  <a:pt x="1583096" y="2257493"/>
                </a:cubicBezTo>
                <a:cubicBezTo>
                  <a:pt x="1472034" y="2318772"/>
                  <a:pt x="1338593" y="2354117"/>
                  <a:pt x="1188838" y="2354117"/>
                </a:cubicBezTo>
                <a:cubicBezTo>
                  <a:pt x="1188838" y="2354117"/>
                  <a:pt x="1188838" y="2354117"/>
                  <a:pt x="0" y="2354117"/>
                </a:cubicBezTo>
                <a:cubicBezTo>
                  <a:pt x="0" y="2354117"/>
                  <a:pt x="0" y="2354117"/>
                  <a:pt x="0" y="1201738"/>
                </a:cubicBezTo>
                <a:cubicBezTo>
                  <a:pt x="0" y="1201738"/>
                  <a:pt x="0" y="1201738"/>
                  <a:pt x="0" y="49358"/>
                </a:cubicBezTo>
                <a:cubicBezTo>
                  <a:pt x="0" y="49358"/>
                  <a:pt x="0" y="49358"/>
                  <a:pt x="538575" y="49358"/>
                </a:cubicBezTo>
                <a:cubicBezTo>
                  <a:pt x="538575" y="49358"/>
                  <a:pt x="538575" y="49358"/>
                  <a:pt x="1076940" y="49358"/>
                </a:cubicBezTo>
                <a:cubicBezTo>
                  <a:pt x="1249702" y="49358"/>
                  <a:pt x="1402804" y="96206"/>
                  <a:pt x="1523487" y="176099"/>
                </a:cubicBezTo>
                <a:cubicBezTo>
                  <a:pt x="1643960" y="255992"/>
                  <a:pt x="1732223" y="368720"/>
                  <a:pt x="1774892" y="500480"/>
                </a:cubicBezTo>
                <a:cubicBezTo>
                  <a:pt x="1883653" y="350524"/>
                  <a:pt x="2027552" y="225457"/>
                  <a:pt x="2196549" y="137826"/>
                </a:cubicBezTo>
                <a:cubicBezTo>
                  <a:pt x="2365129" y="50195"/>
                  <a:pt x="2558596" y="0"/>
                  <a:pt x="27660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 userDrawn="1"/>
        </p:nvGrpSpPr>
        <p:grpSpPr>
          <a:xfrm>
            <a:off x="-600" y="-1"/>
            <a:ext cx="12193800" cy="6858001"/>
            <a:chOff x="-600" y="-1"/>
            <a:chExt cx="12193800" cy="6858001"/>
          </a:xfrm>
        </p:grpSpPr>
        <p:sp>
          <p:nvSpPr>
            <p:cNvPr id="50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51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66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7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8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9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53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57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grpSp>
          <p:nvGrpSpPr>
            <p:cNvPr id="58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61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3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5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59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" name="Footnote example"/>
            <p:cNvSpPr txBox="1"/>
            <p:nvPr/>
          </p:nvSpPr>
          <p:spPr>
            <a:xfrm>
              <a:off x="630000" y="6144442"/>
              <a:ext cx="9030914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1. xxxx  2. xxxx  3. List footnotes in numerical order. Footnote numbers are not bracketed. Use 10pt font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54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84" imgH="384" progId="TCLayout.ActiveDocument.1">
                  <p:embed/>
                </p:oleObj>
              </mc:Choice>
              <mc:Fallback>
                <p:oleObj name="think-cell Slide" r:id="rId6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 dirty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279183"/>
            <a:ext cx="12192000" cy="157881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8741" r="102" b="27"/>
          <a:stretch/>
        </p:blipFill>
        <p:spPr>
          <a:xfrm rot="16200000" flipH="1">
            <a:off x="8471921" y="1973272"/>
            <a:ext cx="580573" cy="6858000"/>
          </a:xfrm>
          <a:prstGeom prst="rect">
            <a:avLst/>
          </a:prstGeom>
        </p:spPr>
      </p:pic>
      <p:pic>
        <p:nvPicPr>
          <p:cNvPr id="15" name="TitleAndEndImages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56"/>
          <a:stretch/>
        </p:blipFill>
        <p:spPr>
          <a:xfrm flipH="1">
            <a:off x="0" y="0"/>
            <a:ext cx="12192000" cy="5276850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0000"/>
                </a:schemeClr>
              </a:gs>
              <a:gs pos="100000">
                <a:schemeClr val="tx2">
                  <a:alpha val="90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117415" y="6207842"/>
            <a:ext cx="6868800" cy="327148"/>
          </a:xfrm>
          <a:prstGeom prst="rect">
            <a:avLst/>
          </a:prstGeom>
          <a:noFill/>
        </p:spPr>
        <p:txBody>
          <a:bodyPr anchor="ctr"/>
          <a:lstStyle>
            <a:lvl1pPr algn="l">
              <a:lnSpc>
                <a:spcPct val="110000"/>
              </a:lnSpc>
              <a:buNone/>
              <a:defRPr sz="1200" b="1" cap="all" baseline="0">
                <a:solidFill>
                  <a:schemeClr val="accent5"/>
                </a:solidFill>
                <a:latin typeface="+mn-lt"/>
                <a:sym typeface="Trebuchet MS" panose="020B0603020202020204" pitchFamily="34" charset="0"/>
              </a:defRPr>
            </a:lvl1pPr>
            <a:lvl2pPr algn="ctr">
              <a:buNone/>
              <a:defRPr/>
            </a:lvl2pPr>
            <a:lvl3pPr marL="0" indent="0" algn="ctr">
              <a:buNone/>
              <a:defRPr/>
            </a:lvl3pPr>
            <a:lvl4pPr marL="228600" indent="0" algn="ctr">
              <a:buNone/>
              <a:defRPr/>
            </a:lvl4pPr>
            <a:lvl5pPr marL="457200" indent="0" algn="ctr">
              <a:buNone/>
              <a:defRPr/>
            </a:lvl5pPr>
          </a:lstStyle>
          <a:p>
            <a:pPr lvl="0"/>
            <a:r>
              <a:rPr lang="en-US" dirty="0"/>
              <a:t>Click to edit date/place</a:t>
            </a:r>
          </a:p>
        </p:txBody>
      </p:sp>
      <p:sp>
        <p:nvSpPr>
          <p:cNvPr id="2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17415" y="5495706"/>
            <a:ext cx="6868800" cy="43619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16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in sentence case</a:t>
            </a:r>
          </a:p>
        </p:txBody>
      </p:sp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 bwMode="ltGray">
          <a:xfrm>
            <a:off x="1117415" y="1886242"/>
            <a:ext cx="6868800" cy="3138423"/>
          </a:xfrm>
        </p:spPr>
        <p:txBody>
          <a:bodyPr anchor="b">
            <a:normAutofit/>
          </a:bodyPr>
          <a:lstStyle>
            <a:lvl1pPr algn="l">
              <a:lnSpc>
                <a:spcPct val="93000"/>
              </a:lnSpc>
              <a:defRPr sz="5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Title in Title Case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32399"/>
          </a:xfrm>
        </p:spPr>
        <p:txBody>
          <a:bodyPr/>
          <a:lstStyle>
            <a:lvl1pPr>
              <a:defRPr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06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400" y="2085628"/>
            <a:ext cx="10933950" cy="40729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34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30000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075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9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30000" y="3680016"/>
            <a:ext cx="11558587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52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236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76529" cy="332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8294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8101584" cy="332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9392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5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936" y="178560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5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957162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3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79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6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93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332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80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90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332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8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49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58507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9361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658069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latin typeface="+mn-lt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4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3323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483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chemeClr val="tx2"/>
                </a:solidFill>
                <a:latin typeface="+mn-lt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90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82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8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 txBox="1">
            <a:spLocks/>
          </p:cNvSpPr>
          <p:nvPr/>
        </p:nvSpPr>
        <p:spPr>
          <a:xfrm>
            <a:off x="639044" y="2973076"/>
            <a:ext cx="319952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00" dirty="0">
                <a:gradFill>
                  <a:gsLst>
                    <a:gs pos="100000">
                      <a:schemeClr val="tx2"/>
                    </a:gs>
                    <a:gs pos="2000">
                      <a:schemeClr val="accent2"/>
                    </a:gs>
                  </a:gsLst>
                  <a:lin ang="2700000" scaled="0"/>
                </a:gradFill>
                <a:latin typeface="+mn-lt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67898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2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382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TitleAndEndImages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black">
          <a:xfrm>
            <a:off x="630936" y="626200"/>
            <a:ext cx="8125200" cy="55296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0000"/>
                </a:schemeClr>
              </a:gs>
              <a:gs pos="100000">
                <a:schemeClr val="tx2">
                  <a:alpha val="90000"/>
                </a:schemeClr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lnSpc>
                <a:spcPct val="95000"/>
              </a:lnSpc>
            </a:pPr>
            <a:endParaRPr lang="en-US" sz="20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0" name="Freeform 9"/>
          <p:cNvSpPr>
            <a:spLocks noChangeAspect="1"/>
          </p:cNvSpPr>
          <p:nvPr userDrawn="1">
            <p:custDataLst>
              <p:tags r:id="rId3"/>
            </p:custDataLst>
          </p:nvPr>
        </p:nvSpPr>
        <p:spPr bwMode="auto">
          <a:xfrm>
            <a:off x="2676857" y="2969513"/>
            <a:ext cx="4033357" cy="842974"/>
          </a:xfrm>
          <a:custGeom>
            <a:avLst/>
            <a:gdLst>
              <a:gd name="connsiteX0" fmla="*/ 8982072 w 11499847"/>
              <a:gd name="connsiteY0" fmla="*/ 1919288 h 2403475"/>
              <a:gd name="connsiteX1" fmla="*/ 8982072 w 11499847"/>
              <a:gd name="connsiteY1" fmla="*/ 2105026 h 2403475"/>
              <a:gd name="connsiteX2" fmla="*/ 9098233 w 11499847"/>
              <a:gd name="connsiteY2" fmla="*/ 2105026 h 2403475"/>
              <a:gd name="connsiteX3" fmla="*/ 9164880 w 11499847"/>
              <a:gd name="connsiteY3" fmla="*/ 2080233 h 2403475"/>
              <a:gd name="connsiteX4" fmla="*/ 9191622 w 11499847"/>
              <a:gd name="connsiteY4" fmla="*/ 2011737 h 2403475"/>
              <a:gd name="connsiteX5" fmla="*/ 9164880 w 11499847"/>
              <a:gd name="connsiteY5" fmla="*/ 1944501 h 2403475"/>
              <a:gd name="connsiteX6" fmla="*/ 9098233 w 11499847"/>
              <a:gd name="connsiteY6" fmla="*/ 1919288 h 2403475"/>
              <a:gd name="connsiteX7" fmla="*/ 8982072 w 11499847"/>
              <a:gd name="connsiteY7" fmla="*/ 1919288 h 2403475"/>
              <a:gd name="connsiteX8" fmla="*/ 7280272 w 11499847"/>
              <a:gd name="connsiteY8" fmla="*/ 1919288 h 2403475"/>
              <a:gd name="connsiteX9" fmla="*/ 7280272 w 11499847"/>
              <a:gd name="connsiteY9" fmla="*/ 2097088 h 2403475"/>
              <a:gd name="connsiteX10" fmla="*/ 7404503 w 11499847"/>
              <a:gd name="connsiteY10" fmla="*/ 2097088 h 2403475"/>
              <a:gd name="connsiteX11" fmla="*/ 7469027 w 11499847"/>
              <a:gd name="connsiteY11" fmla="*/ 2073423 h 2403475"/>
              <a:gd name="connsiteX12" fmla="*/ 7494585 w 11499847"/>
              <a:gd name="connsiteY12" fmla="*/ 2008502 h 2403475"/>
              <a:gd name="connsiteX13" fmla="*/ 7469027 w 11499847"/>
              <a:gd name="connsiteY13" fmla="*/ 1943581 h 2403475"/>
              <a:gd name="connsiteX14" fmla="*/ 7404503 w 11499847"/>
              <a:gd name="connsiteY14" fmla="*/ 1919288 h 2403475"/>
              <a:gd name="connsiteX15" fmla="*/ 7280272 w 11499847"/>
              <a:gd name="connsiteY15" fmla="*/ 1919288 h 2403475"/>
              <a:gd name="connsiteX16" fmla="*/ 7945015 w 11499847"/>
              <a:gd name="connsiteY16" fmla="*/ 1909763 h 2403475"/>
              <a:gd name="connsiteX17" fmla="*/ 7813574 w 11499847"/>
              <a:gd name="connsiteY17" fmla="*/ 1965330 h 2403475"/>
              <a:gd name="connsiteX18" fmla="*/ 7759697 w 11499847"/>
              <a:gd name="connsiteY18" fmla="*/ 2100368 h 2403475"/>
              <a:gd name="connsiteX19" fmla="*/ 7813574 w 11499847"/>
              <a:gd name="connsiteY19" fmla="*/ 2235406 h 2403475"/>
              <a:gd name="connsiteX20" fmla="*/ 7945015 w 11499847"/>
              <a:gd name="connsiteY20" fmla="*/ 2290763 h 2403475"/>
              <a:gd name="connsiteX21" fmla="*/ 8077086 w 11499847"/>
              <a:gd name="connsiteY21" fmla="*/ 2235825 h 2403475"/>
              <a:gd name="connsiteX22" fmla="*/ 8131172 w 11499847"/>
              <a:gd name="connsiteY22" fmla="*/ 2100368 h 2403475"/>
              <a:gd name="connsiteX23" fmla="*/ 8076876 w 11499847"/>
              <a:gd name="connsiteY23" fmla="*/ 1965330 h 2403475"/>
              <a:gd name="connsiteX24" fmla="*/ 7945015 w 11499847"/>
              <a:gd name="connsiteY24" fmla="*/ 1909763 h 2403475"/>
              <a:gd name="connsiteX25" fmla="*/ 8899522 w 11499847"/>
              <a:gd name="connsiteY25" fmla="*/ 1844675 h 2403475"/>
              <a:gd name="connsiteX26" fmla="*/ 9098598 w 11499847"/>
              <a:gd name="connsiteY26" fmla="*/ 1844675 h 2403475"/>
              <a:gd name="connsiteX27" fmla="*/ 9228521 w 11499847"/>
              <a:gd name="connsiteY27" fmla="*/ 1892741 h 2403475"/>
              <a:gd name="connsiteX28" fmla="*/ 9277347 w 11499847"/>
              <a:gd name="connsiteY28" fmla="*/ 2011236 h 2403475"/>
              <a:gd name="connsiteX29" fmla="*/ 9228521 w 11499847"/>
              <a:gd name="connsiteY29" fmla="*/ 2129521 h 2403475"/>
              <a:gd name="connsiteX30" fmla="*/ 9098598 w 11499847"/>
              <a:gd name="connsiteY30" fmla="*/ 2177796 h 2403475"/>
              <a:gd name="connsiteX31" fmla="*/ 8982086 w 11499847"/>
              <a:gd name="connsiteY31" fmla="*/ 2177796 h 2403475"/>
              <a:gd name="connsiteX32" fmla="*/ 8982086 w 11499847"/>
              <a:gd name="connsiteY32" fmla="*/ 2355850 h 2403475"/>
              <a:gd name="connsiteX33" fmla="*/ 8899522 w 11499847"/>
              <a:gd name="connsiteY33" fmla="*/ 2355850 h 2403475"/>
              <a:gd name="connsiteX34" fmla="*/ 8899522 w 11499847"/>
              <a:gd name="connsiteY34" fmla="*/ 1844675 h 2403475"/>
              <a:gd name="connsiteX35" fmla="*/ 8324847 w 11499847"/>
              <a:gd name="connsiteY35" fmla="*/ 1844675 h 2403475"/>
              <a:gd name="connsiteX36" fmla="*/ 8407608 w 11499847"/>
              <a:gd name="connsiteY36" fmla="*/ 1844675 h 2403475"/>
              <a:gd name="connsiteX37" fmla="*/ 8407608 w 11499847"/>
              <a:gd name="connsiteY37" fmla="*/ 2158090 h 2403475"/>
              <a:gd name="connsiteX38" fmla="*/ 8443017 w 11499847"/>
              <a:gd name="connsiteY38" fmla="*/ 2252595 h 2403475"/>
              <a:gd name="connsiteX39" fmla="*/ 8537931 w 11499847"/>
              <a:gd name="connsiteY39" fmla="*/ 2291066 h 2403475"/>
              <a:gd name="connsiteX40" fmla="*/ 8631797 w 11499847"/>
              <a:gd name="connsiteY40" fmla="*/ 2252595 h 2403475"/>
              <a:gd name="connsiteX41" fmla="*/ 8667415 w 11499847"/>
              <a:gd name="connsiteY41" fmla="*/ 2158090 h 2403475"/>
              <a:gd name="connsiteX42" fmla="*/ 8667415 w 11499847"/>
              <a:gd name="connsiteY42" fmla="*/ 1844675 h 2403475"/>
              <a:gd name="connsiteX43" fmla="*/ 8748710 w 11499847"/>
              <a:gd name="connsiteY43" fmla="*/ 1844675 h 2403475"/>
              <a:gd name="connsiteX44" fmla="*/ 8748710 w 11499847"/>
              <a:gd name="connsiteY44" fmla="*/ 2158717 h 2403475"/>
              <a:gd name="connsiteX45" fmla="*/ 8688577 w 11499847"/>
              <a:gd name="connsiteY45" fmla="*/ 2307793 h 2403475"/>
              <a:gd name="connsiteX46" fmla="*/ 8537093 w 11499847"/>
              <a:gd name="connsiteY46" fmla="*/ 2366963 h 2403475"/>
              <a:gd name="connsiteX47" fmla="*/ 8385399 w 11499847"/>
              <a:gd name="connsiteY47" fmla="*/ 2307793 h 2403475"/>
              <a:gd name="connsiteX48" fmla="*/ 8324847 w 11499847"/>
              <a:gd name="connsiteY48" fmla="*/ 2158717 h 2403475"/>
              <a:gd name="connsiteX49" fmla="*/ 8324847 w 11499847"/>
              <a:gd name="connsiteY49" fmla="*/ 1844675 h 2403475"/>
              <a:gd name="connsiteX50" fmla="*/ 7197722 w 11499847"/>
              <a:gd name="connsiteY50" fmla="*/ 1844675 h 2403475"/>
              <a:gd name="connsiteX51" fmla="*/ 7404196 w 11499847"/>
              <a:gd name="connsiteY51" fmla="*/ 1844675 h 2403475"/>
              <a:gd name="connsiteX52" fmla="*/ 7531336 w 11499847"/>
              <a:gd name="connsiteY52" fmla="*/ 1891906 h 2403475"/>
              <a:gd name="connsiteX53" fmla="*/ 7578727 w 11499847"/>
              <a:gd name="connsiteY53" fmla="*/ 2008937 h 2403475"/>
              <a:gd name="connsiteX54" fmla="*/ 7548455 w 11499847"/>
              <a:gd name="connsiteY54" fmla="*/ 2106950 h 2403475"/>
              <a:gd name="connsiteX55" fmla="*/ 7464947 w 11499847"/>
              <a:gd name="connsiteY55" fmla="*/ 2161495 h 2403475"/>
              <a:gd name="connsiteX56" fmla="*/ 7525699 w 11499847"/>
              <a:gd name="connsiteY56" fmla="*/ 2258673 h 2403475"/>
              <a:gd name="connsiteX57" fmla="*/ 7586660 w 11499847"/>
              <a:gd name="connsiteY57" fmla="*/ 2355850 h 2403475"/>
              <a:gd name="connsiteX58" fmla="*/ 7491044 w 11499847"/>
              <a:gd name="connsiteY58" fmla="*/ 2355850 h 2403475"/>
              <a:gd name="connsiteX59" fmla="*/ 7434676 w 11499847"/>
              <a:gd name="connsiteY59" fmla="*/ 2263479 h 2403475"/>
              <a:gd name="connsiteX60" fmla="*/ 7378099 w 11499847"/>
              <a:gd name="connsiteY60" fmla="*/ 2171108 h 2403475"/>
              <a:gd name="connsiteX61" fmla="*/ 7280395 w 11499847"/>
              <a:gd name="connsiteY61" fmla="*/ 2171108 h 2403475"/>
              <a:gd name="connsiteX62" fmla="*/ 7280395 w 11499847"/>
              <a:gd name="connsiteY62" fmla="*/ 2355850 h 2403475"/>
              <a:gd name="connsiteX63" fmla="*/ 7197722 w 11499847"/>
              <a:gd name="connsiteY63" fmla="*/ 2355850 h 2403475"/>
              <a:gd name="connsiteX64" fmla="*/ 7197722 w 11499847"/>
              <a:gd name="connsiteY64" fmla="*/ 1844675 h 2403475"/>
              <a:gd name="connsiteX65" fmla="*/ 7945016 w 11499847"/>
              <a:gd name="connsiteY65" fmla="*/ 1833563 h 2403475"/>
              <a:gd name="connsiteX66" fmla="*/ 8136527 w 11499847"/>
              <a:gd name="connsiteY66" fmla="*/ 1911974 h 2403475"/>
              <a:gd name="connsiteX67" fmla="*/ 8215310 w 11499847"/>
              <a:gd name="connsiteY67" fmla="*/ 2100368 h 2403475"/>
              <a:gd name="connsiteX68" fmla="*/ 8136527 w 11499847"/>
              <a:gd name="connsiteY68" fmla="*/ 2288762 h 2403475"/>
              <a:gd name="connsiteX69" fmla="*/ 7945016 w 11499847"/>
              <a:gd name="connsiteY69" fmla="*/ 2366963 h 2403475"/>
              <a:gd name="connsiteX70" fmla="*/ 7754134 w 11499847"/>
              <a:gd name="connsiteY70" fmla="*/ 2288762 h 2403475"/>
              <a:gd name="connsiteX71" fmla="*/ 7675560 w 11499847"/>
              <a:gd name="connsiteY71" fmla="*/ 2100368 h 2403475"/>
              <a:gd name="connsiteX72" fmla="*/ 7754134 w 11499847"/>
              <a:gd name="connsiteY72" fmla="*/ 1911974 h 2403475"/>
              <a:gd name="connsiteX73" fmla="*/ 7945016 w 11499847"/>
              <a:gd name="connsiteY73" fmla="*/ 1833563 h 2403475"/>
              <a:gd name="connsiteX74" fmla="*/ 6834872 w 11499847"/>
              <a:gd name="connsiteY74" fmla="*/ 1833563 h 2403475"/>
              <a:gd name="connsiteX75" fmla="*/ 6921875 w 11499847"/>
              <a:gd name="connsiteY75" fmla="*/ 1845482 h 2403475"/>
              <a:gd name="connsiteX76" fmla="*/ 6996090 w 11499847"/>
              <a:gd name="connsiteY76" fmla="*/ 1881028 h 2403475"/>
              <a:gd name="connsiteX77" fmla="*/ 6974496 w 11499847"/>
              <a:gd name="connsiteY77" fmla="*/ 1914692 h 2403475"/>
              <a:gd name="connsiteX78" fmla="*/ 6952903 w 11499847"/>
              <a:gd name="connsiteY78" fmla="*/ 1948356 h 2403475"/>
              <a:gd name="connsiteX79" fmla="*/ 6897556 w 11499847"/>
              <a:gd name="connsiteY79" fmla="*/ 1919501 h 2403475"/>
              <a:gd name="connsiteX80" fmla="*/ 6834243 w 11499847"/>
              <a:gd name="connsiteY80" fmla="*/ 1910301 h 2403475"/>
              <a:gd name="connsiteX81" fmla="*/ 6703424 w 11499847"/>
              <a:gd name="connsiteY81" fmla="*/ 1965084 h 2403475"/>
              <a:gd name="connsiteX82" fmla="*/ 6650384 w 11499847"/>
              <a:gd name="connsiteY82" fmla="*/ 2100368 h 2403475"/>
              <a:gd name="connsiteX83" fmla="*/ 6701957 w 11499847"/>
              <a:gd name="connsiteY83" fmla="*/ 2236070 h 2403475"/>
              <a:gd name="connsiteX84" fmla="*/ 6831308 w 11499847"/>
              <a:gd name="connsiteY84" fmla="*/ 2291062 h 2403475"/>
              <a:gd name="connsiteX85" fmla="*/ 6945984 w 11499847"/>
              <a:gd name="connsiteY85" fmla="*/ 2250498 h 2403475"/>
              <a:gd name="connsiteX86" fmla="*/ 6999863 w 11499847"/>
              <a:gd name="connsiteY86" fmla="*/ 2148460 h 2403475"/>
              <a:gd name="connsiteX87" fmla="*/ 6825438 w 11499847"/>
              <a:gd name="connsiteY87" fmla="*/ 2148460 h 2403475"/>
              <a:gd name="connsiteX88" fmla="*/ 6849128 w 11499847"/>
              <a:gd name="connsiteY88" fmla="*/ 2111241 h 2403475"/>
              <a:gd name="connsiteX89" fmla="*/ 6873028 w 11499847"/>
              <a:gd name="connsiteY89" fmla="*/ 2074022 h 2403475"/>
              <a:gd name="connsiteX90" fmla="*/ 7078061 w 11499847"/>
              <a:gd name="connsiteY90" fmla="*/ 2074022 h 2403475"/>
              <a:gd name="connsiteX91" fmla="*/ 7080787 w 11499847"/>
              <a:gd name="connsiteY91" fmla="*/ 2090540 h 2403475"/>
              <a:gd name="connsiteX92" fmla="*/ 7081835 w 11499847"/>
              <a:gd name="connsiteY92" fmla="*/ 2110613 h 2403475"/>
              <a:gd name="connsiteX93" fmla="*/ 7011813 w 11499847"/>
              <a:gd name="connsiteY93" fmla="*/ 2293362 h 2403475"/>
              <a:gd name="connsiteX94" fmla="*/ 6830470 w 11499847"/>
              <a:gd name="connsiteY94" fmla="*/ 2366963 h 2403475"/>
              <a:gd name="connsiteX95" fmla="*/ 6642417 w 11499847"/>
              <a:gd name="connsiteY95" fmla="*/ 2289389 h 2403475"/>
              <a:gd name="connsiteX96" fmla="*/ 6565897 w 11499847"/>
              <a:gd name="connsiteY96" fmla="*/ 2100368 h 2403475"/>
              <a:gd name="connsiteX97" fmla="*/ 6644514 w 11499847"/>
              <a:gd name="connsiteY97" fmla="*/ 1911346 h 2403475"/>
              <a:gd name="connsiteX98" fmla="*/ 6834872 w 11499847"/>
              <a:gd name="connsiteY98" fmla="*/ 1833563 h 2403475"/>
              <a:gd name="connsiteX99" fmla="*/ 501650 w 11499847"/>
              <a:gd name="connsiteY99" fmla="*/ 1403350 h 2403475"/>
              <a:gd name="connsiteX100" fmla="*/ 501650 w 11499847"/>
              <a:gd name="connsiteY100" fmla="*/ 1925638 h 2403475"/>
              <a:gd name="connsiteX101" fmla="*/ 842112 w 11499847"/>
              <a:gd name="connsiteY101" fmla="*/ 1925638 h 2403475"/>
              <a:gd name="connsiteX102" fmla="*/ 1182574 w 11499847"/>
              <a:gd name="connsiteY102" fmla="*/ 1925638 h 2403475"/>
              <a:gd name="connsiteX103" fmla="*/ 1375900 w 11499847"/>
              <a:gd name="connsiteY103" fmla="*/ 1849684 h 2403475"/>
              <a:gd name="connsiteX104" fmla="*/ 1455738 w 11499847"/>
              <a:gd name="connsiteY104" fmla="*/ 1662720 h 2403475"/>
              <a:gd name="connsiteX105" fmla="*/ 1375900 w 11499847"/>
              <a:gd name="connsiteY105" fmla="*/ 1477635 h 2403475"/>
              <a:gd name="connsiteX106" fmla="*/ 1182574 w 11499847"/>
              <a:gd name="connsiteY106" fmla="*/ 1403350 h 2403475"/>
              <a:gd name="connsiteX107" fmla="*/ 501650 w 11499847"/>
              <a:gd name="connsiteY107" fmla="*/ 1403350 h 2403475"/>
              <a:gd name="connsiteX108" fmla="*/ 7349808 w 11499847"/>
              <a:gd name="connsiteY108" fmla="*/ 1012825 h 2403475"/>
              <a:gd name="connsiteX109" fmla="*/ 7218292 w 11499847"/>
              <a:gd name="connsiteY109" fmla="*/ 1067952 h 2403475"/>
              <a:gd name="connsiteX110" fmla="*/ 7164385 w 11499847"/>
              <a:gd name="connsiteY110" fmla="*/ 1202427 h 2403475"/>
              <a:gd name="connsiteX111" fmla="*/ 7218292 w 11499847"/>
              <a:gd name="connsiteY111" fmla="*/ 1336903 h 2403475"/>
              <a:gd name="connsiteX112" fmla="*/ 7349808 w 11499847"/>
              <a:gd name="connsiteY112" fmla="*/ 1392238 h 2403475"/>
              <a:gd name="connsiteX113" fmla="*/ 7481953 w 11499847"/>
              <a:gd name="connsiteY113" fmla="*/ 1337320 h 2403475"/>
              <a:gd name="connsiteX114" fmla="*/ 7535860 w 11499847"/>
              <a:gd name="connsiteY114" fmla="*/ 1202427 h 2403475"/>
              <a:gd name="connsiteX115" fmla="*/ 7481534 w 11499847"/>
              <a:gd name="connsiteY115" fmla="*/ 1067952 h 2403475"/>
              <a:gd name="connsiteX116" fmla="*/ 7349808 w 11499847"/>
              <a:gd name="connsiteY116" fmla="*/ 1012825 h 2403475"/>
              <a:gd name="connsiteX117" fmla="*/ 10448922 w 11499847"/>
              <a:gd name="connsiteY117" fmla="*/ 946150 h 2403475"/>
              <a:gd name="connsiteX118" fmla="*/ 10552110 w 11499847"/>
              <a:gd name="connsiteY118" fmla="*/ 946150 h 2403475"/>
              <a:gd name="connsiteX119" fmla="*/ 10671172 w 11499847"/>
              <a:gd name="connsiteY119" fmla="*/ 1139825 h 2403475"/>
              <a:gd name="connsiteX120" fmla="*/ 10790235 w 11499847"/>
              <a:gd name="connsiteY120" fmla="*/ 1333501 h 2403475"/>
              <a:gd name="connsiteX121" fmla="*/ 10790235 w 11499847"/>
              <a:gd name="connsiteY121" fmla="*/ 946150 h 2403475"/>
              <a:gd name="connsiteX122" fmla="*/ 10869610 w 11499847"/>
              <a:gd name="connsiteY122" fmla="*/ 946150 h 2403475"/>
              <a:gd name="connsiteX123" fmla="*/ 10869610 w 11499847"/>
              <a:gd name="connsiteY123" fmla="*/ 1458913 h 2403475"/>
              <a:gd name="connsiteX124" fmla="*/ 10772772 w 11499847"/>
              <a:gd name="connsiteY124" fmla="*/ 1458913 h 2403475"/>
              <a:gd name="connsiteX125" fmla="*/ 10650535 w 11499847"/>
              <a:gd name="connsiteY125" fmla="*/ 1260475 h 2403475"/>
              <a:gd name="connsiteX126" fmla="*/ 10528297 w 11499847"/>
              <a:gd name="connsiteY126" fmla="*/ 1062038 h 2403475"/>
              <a:gd name="connsiteX127" fmla="*/ 10528297 w 11499847"/>
              <a:gd name="connsiteY127" fmla="*/ 1458913 h 2403475"/>
              <a:gd name="connsiteX128" fmla="*/ 10448922 w 11499847"/>
              <a:gd name="connsiteY128" fmla="*/ 1458913 h 2403475"/>
              <a:gd name="connsiteX129" fmla="*/ 10185397 w 11499847"/>
              <a:gd name="connsiteY129" fmla="*/ 946150 h 2403475"/>
              <a:gd name="connsiteX130" fmla="*/ 10267947 w 11499847"/>
              <a:gd name="connsiteY130" fmla="*/ 946150 h 2403475"/>
              <a:gd name="connsiteX131" fmla="*/ 10267947 w 11499847"/>
              <a:gd name="connsiteY131" fmla="*/ 1458913 h 2403475"/>
              <a:gd name="connsiteX132" fmla="*/ 10185397 w 11499847"/>
              <a:gd name="connsiteY132" fmla="*/ 1458913 h 2403475"/>
              <a:gd name="connsiteX133" fmla="*/ 9656760 w 11499847"/>
              <a:gd name="connsiteY133" fmla="*/ 946150 h 2403475"/>
              <a:gd name="connsiteX134" fmla="*/ 10059985 w 11499847"/>
              <a:gd name="connsiteY134" fmla="*/ 946150 h 2403475"/>
              <a:gd name="connsiteX135" fmla="*/ 10059985 w 11499847"/>
              <a:gd name="connsiteY135" fmla="*/ 1022350 h 2403475"/>
              <a:gd name="connsiteX136" fmla="*/ 9899648 w 11499847"/>
              <a:gd name="connsiteY136" fmla="*/ 1022350 h 2403475"/>
              <a:gd name="connsiteX137" fmla="*/ 9899648 w 11499847"/>
              <a:gd name="connsiteY137" fmla="*/ 1458913 h 2403475"/>
              <a:gd name="connsiteX138" fmla="*/ 9817098 w 11499847"/>
              <a:gd name="connsiteY138" fmla="*/ 1458913 h 2403475"/>
              <a:gd name="connsiteX139" fmla="*/ 9817098 w 11499847"/>
              <a:gd name="connsiteY139" fmla="*/ 1022350 h 2403475"/>
              <a:gd name="connsiteX140" fmla="*/ 9656760 w 11499847"/>
              <a:gd name="connsiteY140" fmla="*/ 1022350 h 2403475"/>
              <a:gd name="connsiteX141" fmla="*/ 9336085 w 11499847"/>
              <a:gd name="connsiteY141" fmla="*/ 946150 h 2403475"/>
              <a:gd name="connsiteX142" fmla="*/ 9418635 w 11499847"/>
              <a:gd name="connsiteY142" fmla="*/ 946150 h 2403475"/>
              <a:gd name="connsiteX143" fmla="*/ 9418635 w 11499847"/>
              <a:gd name="connsiteY143" fmla="*/ 1382713 h 2403475"/>
              <a:gd name="connsiteX144" fmla="*/ 9671048 w 11499847"/>
              <a:gd name="connsiteY144" fmla="*/ 1382713 h 2403475"/>
              <a:gd name="connsiteX145" fmla="*/ 9671048 w 11499847"/>
              <a:gd name="connsiteY145" fmla="*/ 1458913 h 2403475"/>
              <a:gd name="connsiteX146" fmla="*/ 9336085 w 11499847"/>
              <a:gd name="connsiteY146" fmla="*/ 1458913 h 2403475"/>
              <a:gd name="connsiteX147" fmla="*/ 8766172 w 11499847"/>
              <a:gd name="connsiteY147" fmla="*/ 946150 h 2403475"/>
              <a:gd name="connsiteX148" fmla="*/ 8848414 w 11499847"/>
              <a:gd name="connsiteY148" fmla="*/ 946150 h 2403475"/>
              <a:gd name="connsiteX149" fmla="*/ 8848414 w 11499847"/>
              <a:gd name="connsiteY149" fmla="*/ 1260391 h 2403475"/>
              <a:gd name="connsiteX150" fmla="*/ 8883900 w 11499847"/>
              <a:gd name="connsiteY150" fmla="*/ 1355146 h 2403475"/>
              <a:gd name="connsiteX151" fmla="*/ 8978249 w 11499847"/>
              <a:gd name="connsiteY151" fmla="*/ 1393718 h 2403475"/>
              <a:gd name="connsiteX152" fmla="*/ 9071972 w 11499847"/>
              <a:gd name="connsiteY152" fmla="*/ 1355146 h 2403475"/>
              <a:gd name="connsiteX153" fmla="*/ 9107457 w 11499847"/>
              <a:gd name="connsiteY153" fmla="*/ 1260391 h 2403475"/>
              <a:gd name="connsiteX154" fmla="*/ 9107457 w 11499847"/>
              <a:gd name="connsiteY154" fmla="*/ 946150 h 2403475"/>
              <a:gd name="connsiteX155" fmla="*/ 9188447 w 11499847"/>
              <a:gd name="connsiteY155" fmla="*/ 946150 h 2403475"/>
              <a:gd name="connsiteX156" fmla="*/ 9188447 w 11499847"/>
              <a:gd name="connsiteY156" fmla="*/ 1261230 h 2403475"/>
              <a:gd name="connsiteX157" fmla="*/ 9128539 w 11499847"/>
              <a:gd name="connsiteY157" fmla="*/ 1410489 h 2403475"/>
              <a:gd name="connsiteX158" fmla="*/ 8977623 w 11499847"/>
              <a:gd name="connsiteY158" fmla="*/ 1470025 h 2403475"/>
              <a:gd name="connsiteX159" fmla="*/ 8826497 w 11499847"/>
              <a:gd name="connsiteY159" fmla="*/ 1410489 h 2403475"/>
              <a:gd name="connsiteX160" fmla="*/ 8766172 w 11499847"/>
              <a:gd name="connsiteY160" fmla="*/ 1261230 h 2403475"/>
              <a:gd name="connsiteX161" fmla="*/ 8766172 w 11499847"/>
              <a:gd name="connsiteY161" fmla="*/ 946150 h 2403475"/>
              <a:gd name="connsiteX162" fmla="*/ 7737472 w 11499847"/>
              <a:gd name="connsiteY162" fmla="*/ 946150 h 2403475"/>
              <a:gd name="connsiteX163" fmla="*/ 7839072 w 11499847"/>
              <a:gd name="connsiteY163" fmla="*/ 946150 h 2403475"/>
              <a:gd name="connsiteX164" fmla="*/ 7958134 w 11499847"/>
              <a:gd name="connsiteY164" fmla="*/ 1139825 h 2403475"/>
              <a:gd name="connsiteX165" fmla="*/ 8077197 w 11499847"/>
              <a:gd name="connsiteY165" fmla="*/ 1333501 h 2403475"/>
              <a:gd name="connsiteX166" fmla="*/ 8077197 w 11499847"/>
              <a:gd name="connsiteY166" fmla="*/ 946150 h 2403475"/>
              <a:gd name="connsiteX167" fmla="*/ 8156572 w 11499847"/>
              <a:gd name="connsiteY167" fmla="*/ 946150 h 2403475"/>
              <a:gd name="connsiteX168" fmla="*/ 8156572 w 11499847"/>
              <a:gd name="connsiteY168" fmla="*/ 1458913 h 2403475"/>
              <a:gd name="connsiteX169" fmla="*/ 8061322 w 11499847"/>
              <a:gd name="connsiteY169" fmla="*/ 1458913 h 2403475"/>
              <a:gd name="connsiteX170" fmla="*/ 7939084 w 11499847"/>
              <a:gd name="connsiteY170" fmla="*/ 1260475 h 2403475"/>
              <a:gd name="connsiteX171" fmla="*/ 7815259 w 11499847"/>
              <a:gd name="connsiteY171" fmla="*/ 1062038 h 2403475"/>
              <a:gd name="connsiteX172" fmla="*/ 7815259 w 11499847"/>
              <a:gd name="connsiteY172" fmla="*/ 1458913 h 2403475"/>
              <a:gd name="connsiteX173" fmla="*/ 7737472 w 11499847"/>
              <a:gd name="connsiteY173" fmla="*/ 1458913 h 2403475"/>
              <a:gd name="connsiteX174" fmla="*/ 11253544 w 11499847"/>
              <a:gd name="connsiteY174" fmla="*/ 936625 h 2403475"/>
              <a:gd name="connsiteX175" fmla="*/ 11340315 w 11499847"/>
              <a:gd name="connsiteY175" fmla="*/ 948334 h 2403475"/>
              <a:gd name="connsiteX176" fmla="*/ 11414331 w 11499847"/>
              <a:gd name="connsiteY176" fmla="*/ 984090 h 2403475"/>
              <a:gd name="connsiteX177" fmla="*/ 11392795 w 11499847"/>
              <a:gd name="connsiteY177" fmla="*/ 1017545 h 2403475"/>
              <a:gd name="connsiteX178" fmla="*/ 11371260 w 11499847"/>
              <a:gd name="connsiteY178" fmla="*/ 1051209 h 2403475"/>
              <a:gd name="connsiteX179" fmla="*/ 11316270 w 11499847"/>
              <a:gd name="connsiteY179" fmla="*/ 1022354 h 2403475"/>
              <a:gd name="connsiteX180" fmla="*/ 11252917 w 11499847"/>
              <a:gd name="connsiteY180" fmla="*/ 1013363 h 2403475"/>
              <a:gd name="connsiteX181" fmla="*/ 11122657 w 11499847"/>
              <a:gd name="connsiteY181" fmla="*/ 1067936 h 2403475"/>
              <a:gd name="connsiteX182" fmla="*/ 11069549 w 11499847"/>
              <a:gd name="connsiteY182" fmla="*/ 1203221 h 2403475"/>
              <a:gd name="connsiteX183" fmla="*/ 11120984 w 11499847"/>
              <a:gd name="connsiteY183" fmla="*/ 1338923 h 2403475"/>
              <a:gd name="connsiteX184" fmla="*/ 11249990 w 11499847"/>
              <a:gd name="connsiteY184" fmla="*/ 1394124 h 2403475"/>
              <a:gd name="connsiteX185" fmla="*/ 11364360 w 11499847"/>
              <a:gd name="connsiteY185" fmla="*/ 1353350 h 2403475"/>
              <a:gd name="connsiteX186" fmla="*/ 11418095 w 11499847"/>
              <a:gd name="connsiteY186" fmla="*/ 1251521 h 2403475"/>
              <a:gd name="connsiteX187" fmla="*/ 11244136 w 11499847"/>
              <a:gd name="connsiteY187" fmla="*/ 1251521 h 2403475"/>
              <a:gd name="connsiteX188" fmla="*/ 11267971 w 11499847"/>
              <a:gd name="connsiteY188" fmla="*/ 1214303 h 2403475"/>
              <a:gd name="connsiteX189" fmla="*/ 11291598 w 11499847"/>
              <a:gd name="connsiteY189" fmla="*/ 1177084 h 2403475"/>
              <a:gd name="connsiteX190" fmla="*/ 11496083 w 11499847"/>
              <a:gd name="connsiteY190" fmla="*/ 1177084 h 2403475"/>
              <a:gd name="connsiteX191" fmla="*/ 11498802 w 11499847"/>
              <a:gd name="connsiteY191" fmla="*/ 1193393 h 2403475"/>
              <a:gd name="connsiteX192" fmla="*/ 11499847 w 11499847"/>
              <a:gd name="connsiteY192" fmla="*/ 1213466 h 2403475"/>
              <a:gd name="connsiteX193" fmla="*/ 11430222 w 11499847"/>
              <a:gd name="connsiteY193" fmla="*/ 1396215 h 2403475"/>
              <a:gd name="connsiteX194" fmla="*/ 11249154 w 11499847"/>
              <a:gd name="connsiteY194" fmla="*/ 1470025 h 2403475"/>
              <a:gd name="connsiteX195" fmla="*/ 11061813 w 11499847"/>
              <a:gd name="connsiteY195" fmla="*/ 1392242 h 2403475"/>
              <a:gd name="connsiteX196" fmla="*/ 10985497 w 11499847"/>
              <a:gd name="connsiteY196" fmla="*/ 1203221 h 2403475"/>
              <a:gd name="connsiteX197" fmla="*/ 11063695 w 11499847"/>
              <a:gd name="connsiteY197" fmla="*/ 1014408 h 2403475"/>
              <a:gd name="connsiteX198" fmla="*/ 11253544 w 11499847"/>
              <a:gd name="connsiteY198" fmla="*/ 936625 h 2403475"/>
              <a:gd name="connsiteX199" fmla="*/ 8471697 w 11499847"/>
              <a:gd name="connsiteY199" fmla="*/ 936625 h 2403475"/>
              <a:gd name="connsiteX200" fmla="*/ 8556850 w 11499847"/>
              <a:gd name="connsiteY200" fmla="*/ 949798 h 2403475"/>
              <a:gd name="connsiteX201" fmla="*/ 8626729 w 11499847"/>
              <a:gd name="connsiteY201" fmla="*/ 984717 h 2403475"/>
              <a:gd name="connsiteX202" fmla="*/ 8606225 w 11499847"/>
              <a:gd name="connsiteY202" fmla="*/ 1017336 h 2403475"/>
              <a:gd name="connsiteX203" fmla="*/ 8585722 w 11499847"/>
              <a:gd name="connsiteY203" fmla="*/ 1049745 h 2403475"/>
              <a:gd name="connsiteX204" fmla="*/ 8528605 w 11499847"/>
              <a:gd name="connsiteY204" fmla="*/ 1021099 h 2403475"/>
              <a:gd name="connsiteX205" fmla="*/ 8471070 w 11499847"/>
              <a:gd name="connsiteY205" fmla="*/ 1011063 h 2403475"/>
              <a:gd name="connsiteX206" fmla="*/ 8404328 w 11499847"/>
              <a:gd name="connsiteY206" fmla="*/ 1032181 h 2403475"/>
              <a:gd name="connsiteX207" fmla="*/ 8382570 w 11499847"/>
              <a:gd name="connsiteY207" fmla="*/ 1084246 h 2403475"/>
              <a:gd name="connsiteX208" fmla="*/ 8412697 w 11499847"/>
              <a:gd name="connsiteY208" fmla="*/ 1135474 h 2403475"/>
              <a:gd name="connsiteX209" fmla="*/ 8493038 w 11499847"/>
              <a:gd name="connsiteY209" fmla="*/ 1165165 h 2403475"/>
              <a:gd name="connsiteX210" fmla="*/ 8600786 w 11499847"/>
              <a:gd name="connsiteY210" fmla="*/ 1212421 h 2403475"/>
              <a:gd name="connsiteX211" fmla="*/ 8648697 w 11499847"/>
              <a:gd name="connsiteY211" fmla="*/ 1314250 h 2403475"/>
              <a:gd name="connsiteX212" fmla="*/ 8601413 w 11499847"/>
              <a:gd name="connsiteY212" fmla="*/ 1425906 h 2403475"/>
              <a:gd name="connsiteX213" fmla="*/ 8468140 w 11499847"/>
              <a:gd name="connsiteY213" fmla="*/ 1470025 h 2403475"/>
              <a:gd name="connsiteX214" fmla="*/ 8363531 w 11499847"/>
              <a:gd name="connsiteY214" fmla="*/ 1452461 h 2403475"/>
              <a:gd name="connsiteX215" fmla="*/ 8286747 w 11499847"/>
              <a:gd name="connsiteY215" fmla="*/ 1411479 h 2403475"/>
              <a:gd name="connsiteX216" fmla="*/ 8307251 w 11499847"/>
              <a:gd name="connsiteY216" fmla="*/ 1379069 h 2403475"/>
              <a:gd name="connsiteX217" fmla="*/ 8327754 w 11499847"/>
              <a:gd name="connsiteY217" fmla="*/ 1346450 h 2403475"/>
              <a:gd name="connsiteX218" fmla="*/ 8395541 w 11499847"/>
              <a:gd name="connsiteY218" fmla="*/ 1381578 h 2403475"/>
              <a:gd name="connsiteX219" fmla="*/ 8468768 w 11499847"/>
              <a:gd name="connsiteY219" fmla="*/ 1395378 h 2403475"/>
              <a:gd name="connsiteX220" fmla="*/ 8541367 w 11499847"/>
              <a:gd name="connsiteY220" fmla="*/ 1373633 h 2403475"/>
              <a:gd name="connsiteX221" fmla="*/ 8566055 w 11499847"/>
              <a:gd name="connsiteY221" fmla="*/ 1319477 h 2403475"/>
              <a:gd name="connsiteX222" fmla="*/ 8535509 w 11499847"/>
              <a:gd name="connsiteY222" fmla="*/ 1268458 h 2403475"/>
              <a:gd name="connsiteX223" fmla="*/ 8455587 w 11499847"/>
              <a:gd name="connsiteY223" fmla="*/ 1238348 h 2403475"/>
              <a:gd name="connsiteX224" fmla="*/ 8347630 w 11499847"/>
              <a:gd name="connsiteY224" fmla="*/ 1191511 h 2403475"/>
              <a:gd name="connsiteX225" fmla="*/ 8299928 w 11499847"/>
              <a:gd name="connsiteY225" fmla="*/ 1089264 h 2403475"/>
              <a:gd name="connsiteX226" fmla="*/ 8345329 w 11499847"/>
              <a:gd name="connsiteY226" fmla="*/ 979489 h 2403475"/>
              <a:gd name="connsiteX227" fmla="*/ 8471697 w 11499847"/>
              <a:gd name="connsiteY227" fmla="*/ 936625 h 2403475"/>
              <a:gd name="connsiteX228" fmla="*/ 7349808 w 11499847"/>
              <a:gd name="connsiteY228" fmla="*/ 936625 h 2403475"/>
              <a:gd name="connsiteX229" fmla="*/ 7541183 w 11499847"/>
              <a:gd name="connsiteY229" fmla="*/ 1014826 h 2403475"/>
              <a:gd name="connsiteX230" fmla="*/ 7619997 w 11499847"/>
              <a:gd name="connsiteY230" fmla="*/ 1203221 h 2403475"/>
              <a:gd name="connsiteX231" fmla="*/ 7541183 w 11499847"/>
              <a:gd name="connsiteY231" fmla="*/ 1391615 h 2403475"/>
              <a:gd name="connsiteX232" fmla="*/ 7349808 w 11499847"/>
              <a:gd name="connsiteY232" fmla="*/ 1470025 h 2403475"/>
              <a:gd name="connsiteX233" fmla="*/ 7158642 w 11499847"/>
              <a:gd name="connsiteY233" fmla="*/ 1391615 h 2403475"/>
              <a:gd name="connsiteX234" fmla="*/ 7080247 w 11499847"/>
              <a:gd name="connsiteY234" fmla="*/ 1203221 h 2403475"/>
              <a:gd name="connsiteX235" fmla="*/ 7158642 w 11499847"/>
              <a:gd name="connsiteY235" fmla="*/ 1014826 h 2403475"/>
              <a:gd name="connsiteX236" fmla="*/ 7349808 w 11499847"/>
              <a:gd name="connsiteY236" fmla="*/ 936625 h 2403475"/>
              <a:gd name="connsiteX237" fmla="*/ 6837427 w 11499847"/>
              <a:gd name="connsiteY237" fmla="*/ 936625 h 2403475"/>
              <a:gd name="connsiteX238" fmla="*/ 6932756 w 11499847"/>
              <a:gd name="connsiteY238" fmla="*/ 951680 h 2403475"/>
              <a:gd name="connsiteX239" fmla="*/ 7008810 w 11499847"/>
              <a:gd name="connsiteY239" fmla="*/ 993499 h 2403475"/>
              <a:gd name="connsiteX240" fmla="*/ 6987439 w 11499847"/>
              <a:gd name="connsiteY240" fmla="*/ 1026745 h 2403475"/>
              <a:gd name="connsiteX241" fmla="*/ 6966278 w 11499847"/>
              <a:gd name="connsiteY241" fmla="*/ 1059991 h 2403475"/>
              <a:gd name="connsiteX242" fmla="*/ 6904891 w 11499847"/>
              <a:gd name="connsiteY242" fmla="*/ 1024863 h 2403475"/>
              <a:gd name="connsiteX243" fmla="*/ 6833027 w 11499847"/>
              <a:gd name="connsiteY243" fmla="*/ 1012526 h 2403475"/>
              <a:gd name="connsiteX244" fmla="*/ 6703338 w 11499847"/>
              <a:gd name="connsiteY244" fmla="*/ 1067727 h 2403475"/>
              <a:gd name="connsiteX245" fmla="*/ 6649912 w 11499847"/>
              <a:gd name="connsiteY245" fmla="*/ 1203221 h 2403475"/>
              <a:gd name="connsiteX246" fmla="*/ 6703338 w 11499847"/>
              <a:gd name="connsiteY246" fmla="*/ 1338923 h 2403475"/>
              <a:gd name="connsiteX247" fmla="*/ 6833027 w 11499847"/>
              <a:gd name="connsiteY247" fmla="*/ 1393915 h 2403475"/>
              <a:gd name="connsiteX248" fmla="*/ 6904891 w 11499847"/>
              <a:gd name="connsiteY248" fmla="*/ 1381787 h 2403475"/>
              <a:gd name="connsiteX249" fmla="*/ 6966278 w 11499847"/>
              <a:gd name="connsiteY249" fmla="*/ 1346450 h 2403475"/>
              <a:gd name="connsiteX250" fmla="*/ 6987439 w 11499847"/>
              <a:gd name="connsiteY250" fmla="*/ 1379696 h 2403475"/>
              <a:gd name="connsiteX251" fmla="*/ 7008810 w 11499847"/>
              <a:gd name="connsiteY251" fmla="*/ 1412942 h 2403475"/>
              <a:gd name="connsiteX252" fmla="*/ 6932756 w 11499847"/>
              <a:gd name="connsiteY252" fmla="*/ 1454970 h 2403475"/>
              <a:gd name="connsiteX253" fmla="*/ 6837427 w 11499847"/>
              <a:gd name="connsiteY253" fmla="*/ 1470025 h 2403475"/>
              <a:gd name="connsiteX254" fmla="*/ 6644674 w 11499847"/>
              <a:gd name="connsiteY254" fmla="*/ 1392242 h 2403475"/>
              <a:gd name="connsiteX255" fmla="*/ 6565897 w 11499847"/>
              <a:gd name="connsiteY255" fmla="*/ 1203221 h 2403475"/>
              <a:gd name="connsiteX256" fmla="*/ 6644674 w 11499847"/>
              <a:gd name="connsiteY256" fmla="*/ 1014408 h 2403475"/>
              <a:gd name="connsiteX257" fmla="*/ 6837427 w 11499847"/>
              <a:gd name="connsiteY257" fmla="*/ 936625 h 2403475"/>
              <a:gd name="connsiteX258" fmla="*/ 501650 w 11499847"/>
              <a:gd name="connsiteY258" fmla="*/ 477838 h 2403475"/>
              <a:gd name="connsiteX259" fmla="*/ 501650 w 11499847"/>
              <a:gd name="connsiteY259" fmla="*/ 981076 h 2403475"/>
              <a:gd name="connsiteX260" fmla="*/ 786010 w 11499847"/>
              <a:gd name="connsiteY260" fmla="*/ 981076 h 2403475"/>
              <a:gd name="connsiteX261" fmla="*/ 1070579 w 11499847"/>
              <a:gd name="connsiteY261" fmla="*/ 981076 h 2403475"/>
              <a:gd name="connsiteX262" fmla="*/ 1253188 w 11499847"/>
              <a:gd name="connsiteY262" fmla="*/ 908588 h 2403475"/>
              <a:gd name="connsiteX263" fmla="*/ 1327150 w 11499847"/>
              <a:gd name="connsiteY263" fmla="*/ 727681 h 2403475"/>
              <a:gd name="connsiteX264" fmla="*/ 1253188 w 11499847"/>
              <a:gd name="connsiteY264" fmla="*/ 548446 h 2403475"/>
              <a:gd name="connsiteX265" fmla="*/ 1070579 w 11499847"/>
              <a:gd name="connsiteY265" fmla="*/ 477838 h 2403475"/>
              <a:gd name="connsiteX266" fmla="*/ 501650 w 11499847"/>
              <a:gd name="connsiteY266" fmla="*/ 477838 h 2403475"/>
              <a:gd name="connsiteX267" fmla="*/ 6675435 w 11499847"/>
              <a:gd name="connsiteY267" fmla="*/ 336550 h 2403475"/>
              <a:gd name="connsiteX268" fmla="*/ 6675435 w 11499847"/>
              <a:gd name="connsiteY268" fmla="*/ 487363 h 2403475"/>
              <a:gd name="connsiteX269" fmla="*/ 6808467 w 11499847"/>
              <a:gd name="connsiteY269" fmla="*/ 487363 h 2403475"/>
              <a:gd name="connsiteX270" fmla="*/ 6865570 w 11499847"/>
              <a:gd name="connsiteY270" fmla="*/ 465370 h 2403475"/>
              <a:gd name="connsiteX271" fmla="*/ 6888160 w 11499847"/>
              <a:gd name="connsiteY271" fmla="*/ 411957 h 2403475"/>
              <a:gd name="connsiteX272" fmla="*/ 6865570 w 11499847"/>
              <a:gd name="connsiteY272" fmla="*/ 358334 h 2403475"/>
              <a:gd name="connsiteX273" fmla="*/ 6808467 w 11499847"/>
              <a:gd name="connsiteY273" fmla="*/ 336550 h 2403475"/>
              <a:gd name="connsiteX274" fmla="*/ 6675435 w 11499847"/>
              <a:gd name="connsiteY274" fmla="*/ 336550 h 2403475"/>
              <a:gd name="connsiteX275" fmla="*/ 6675435 w 11499847"/>
              <a:gd name="connsiteY275" fmla="*/ 122238 h 2403475"/>
              <a:gd name="connsiteX276" fmla="*/ 6675435 w 11499847"/>
              <a:gd name="connsiteY276" fmla="*/ 265113 h 2403475"/>
              <a:gd name="connsiteX277" fmla="*/ 6795279 w 11499847"/>
              <a:gd name="connsiteY277" fmla="*/ 265113 h 2403475"/>
              <a:gd name="connsiteX278" fmla="*/ 6848404 w 11499847"/>
              <a:gd name="connsiteY278" fmla="*/ 244673 h 2403475"/>
              <a:gd name="connsiteX279" fmla="*/ 6869110 w 11499847"/>
              <a:gd name="connsiteY279" fmla="*/ 193571 h 2403475"/>
              <a:gd name="connsiteX280" fmla="*/ 6848404 w 11499847"/>
              <a:gd name="connsiteY280" fmla="*/ 142679 h 2403475"/>
              <a:gd name="connsiteX281" fmla="*/ 6795279 w 11499847"/>
              <a:gd name="connsiteY281" fmla="*/ 122238 h 2403475"/>
              <a:gd name="connsiteX282" fmla="*/ 6675435 w 11499847"/>
              <a:gd name="connsiteY282" fmla="*/ 122238 h 2403475"/>
              <a:gd name="connsiteX283" fmla="*/ 8850791 w 11499847"/>
              <a:gd name="connsiteY283" fmla="*/ 114300 h 2403475"/>
              <a:gd name="connsiteX284" fmla="*/ 8719837 w 11499847"/>
              <a:gd name="connsiteY284" fmla="*/ 169657 h 2403475"/>
              <a:gd name="connsiteX285" fmla="*/ 8666160 w 11499847"/>
              <a:gd name="connsiteY285" fmla="*/ 304905 h 2403475"/>
              <a:gd name="connsiteX286" fmla="*/ 8719837 w 11499847"/>
              <a:gd name="connsiteY286" fmla="*/ 439943 h 2403475"/>
              <a:gd name="connsiteX287" fmla="*/ 8850791 w 11499847"/>
              <a:gd name="connsiteY287" fmla="*/ 495300 h 2403475"/>
              <a:gd name="connsiteX288" fmla="*/ 8982163 w 11499847"/>
              <a:gd name="connsiteY288" fmla="*/ 440153 h 2403475"/>
              <a:gd name="connsiteX289" fmla="*/ 9036048 w 11499847"/>
              <a:gd name="connsiteY289" fmla="*/ 304905 h 2403475"/>
              <a:gd name="connsiteX290" fmla="*/ 8981954 w 11499847"/>
              <a:gd name="connsiteY290" fmla="*/ 169657 h 2403475"/>
              <a:gd name="connsiteX291" fmla="*/ 8850791 w 11499847"/>
              <a:gd name="connsiteY291" fmla="*/ 114300 h 2403475"/>
              <a:gd name="connsiteX292" fmla="*/ 7335415 w 11499847"/>
              <a:gd name="connsiteY292" fmla="*/ 114300 h 2403475"/>
              <a:gd name="connsiteX293" fmla="*/ 7203974 w 11499847"/>
              <a:gd name="connsiteY293" fmla="*/ 169657 h 2403475"/>
              <a:gd name="connsiteX294" fmla="*/ 7150097 w 11499847"/>
              <a:gd name="connsiteY294" fmla="*/ 304905 h 2403475"/>
              <a:gd name="connsiteX295" fmla="*/ 7203974 w 11499847"/>
              <a:gd name="connsiteY295" fmla="*/ 439943 h 2403475"/>
              <a:gd name="connsiteX296" fmla="*/ 7335415 w 11499847"/>
              <a:gd name="connsiteY296" fmla="*/ 495300 h 2403475"/>
              <a:gd name="connsiteX297" fmla="*/ 7467486 w 11499847"/>
              <a:gd name="connsiteY297" fmla="*/ 440153 h 2403475"/>
              <a:gd name="connsiteX298" fmla="*/ 7521572 w 11499847"/>
              <a:gd name="connsiteY298" fmla="*/ 304905 h 2403475"/>
              <a:gd name="connsiteX299" fmla="*/ 7467067 w 11499847"/>
              <a:gd name="connsiteY299" fmla="*/ 169657 h 2403475"/>
              <a:gd name="connsiteX300" fmla="*/ 7335415 w 11499847"/>
              <a:gd name="connsiteY300" fmla="*/ 114300 h 2403475"/>
              <a:gd name="connsiteX301" fmla="*/ 9237660 w 11499847"/>
              <a:gd name="connsiteY301" fmla="*/ 49213 h 2403475"/>
              <a:gd name="connsiteX302" fmla="*/ 9339260 w 11499847"/>
              <a:gd name="connsiteY302" fmla="*/ 49213 h 2403475"/>
              <a:gd name="connsiteX303" fmla="*/ 9458322 w 11499847"/>
              <a:gd name="connsiteY303" fmla="*/ 242888 h 2403475"/>
              <a:gd name="connsiteX304" fmla="*/ 9578972 w 11499847"/>
              <a:gd name="connsiteY304" fmla="*/ 436563 h 2403475"/>
              <a:gd name="connsiteX305" fmla="*/ 9578972 w 11499847"/>
              <a:gd name="connsiteY305" fmla="*/ 49213 h 2403475"/>
              <a:gd name="connsiteX306" fmla="*/ 9656760 w 11499847"/>
              <a:gd name="connsiteY306" fmla="*/ 49213 h 2403475"/>
              <a:gd name="connsiteX307" fmla="*/ 9656760 w 11499847"/>
              <a:gd name="connsiteY307" fmla="*/ 560388 h 2403475"/>
              <a:gd name="connsiteX308" fmla="*/ 9561510 w 11499847"/>
              <a:gd name="connsiteY308" fmla="*/ 560388 h 2403475"/>
              <a:gd name="connsiteX309" fmla="*/ 9439272 w 11499847"/>
              <a:gd name="connsiteY309" fmla="*/ 363538 h 2403475"/>
              <a:gd name="connsiteX310" fmla="*/ 9317035 w 11499847"/>
              <a:gd name="connsiteY310" fmla="*/ 165101 h 2403475"/>
              <a:gd name="connsiteX311" fmla="*/ 9317035 w 11499847"/>
              <a:gd name="connsiteY311" fmla="*/ 560388 h 2403475"/>
              <a:gd name="connsiteX312" fmla="*/ 9237660 w 11499847"/>
              <a:gd name="connsiteY312" fmla="*/ 560388 h 2403475"/>
              <a:gd name="connsiteX313" fmla="*/ 8126410 w 11499847"/>
              <a:gd name="connsiteY313" fmla="*/ 49213 h 2403475"/>
              <a:gd name="connsiteX314" fmla="*/ 8529635 w 11499847"/>
              <a:gd name="connsiteY314" fmla="*/ 49213 h 2403475"/>
              <a:gd name="connsiteX315" fmla="*/ 8529635 w 11499847"/>
              <a:gd name="connsiteY315" fmla="*/ 125413 h 2403475"/>
              <a:gd name="connsiteX316" fmla="*/ 8369298 w 11499847"/>
              <a:gd name="connsiteY316" fmla="*/ 125413 h 2403475"/>
              <a:gd name="connsiteX317" fmla="*/ 8369298 w 11499847"/>
              <a:gd name="connsiteY317" fmla="*/ 560388 h 2403475"/>
              <a:gd name="connsiteX318" fmla="*/ 8285160 w 11499847"/>
              <a:gd name="connsiteY318" fmla="*/ 560388 h 2403475"/>
              <a:gd name="connsiteX319" fmla="*/ 8285160 w 11499847"/>
              <a:gd name="connsiteY319" fmla="*/ 125413 h 2403475"/>
              <a:gd name="connsiteX320" fmla="*/ 8126410 w 11499847"/>
              <a:gd name="connsiteY320" fmla="*/ 125413 h 2403475"/>
              <a:gd name="connsiteX321" fmla="*/ 6592885 w 11499847"/>
              <a:gd name="connsiteY321" fmla="*/ 49213 h 2403475"/>
              <a:gd name="connsiteX322" fmla="*/ 6795851 w 11499847"/>
              <a:gd name="connsiteY322" fmla="*/ 49213 h 2403475"/>
              <a:gd name="connsiteX323" fmla="*/ 6907775 w 11499847"/>
              <a:gd name="connsiteY323" fmla="*/ 87875 h 2403475"/>
              <a:gd name="connsiteX324" fmla="*/ 6952670 w 11499847"/>
              <a:gd name="connsiteY324" fmla="*/ 185680 h 2403475"/>
              <a:gd name="connsiteX325" fmla="*/ 6936382 w 11499847"/>
              <a:gd name="connsiteY325" fmla="*/ 245658 h 2403475"/>
              <a:gd name="connsiteX326" fmla="*/ 6892114 w 11499847"/>
              <a:gd name="connsiteY326" fmla="*/ 288709 h 2403475"/>
              <a:gd name="connsiteX327" fmla="*/ 6950791 w 11499847"/>
              <a:gd name="connsiteY327" fmla="*/ 339492 h 2403475"/>
              <a:gd name="connsiteX328" fmla="*/ 6972298 w 11499847"/>
              <a:gd name="connsiteY328" fmla="*/ 412845 h 2403475"/>
              <a:gd name="connsiteX329" fmla="*/ 6926359 w 11499847"/>
              <a:gd name="connsiteY329" fmla="*/ 517546 h 2403475"/>
              <a:gd name="connsiteX330" fmla="*/ 6808798 w 11499847"/>
              <a:gd name="connsiteY330" fmla="*/ 560388 h 2403475"/>
              <a:gd name="connsiteX331" fmla="*/ 6592885 w 11499847"/>
              <a:gd name="connsiteY331" fmla="*/ 560388 h 2403475"/>
              <a:gd name="connsiteX332" fmla="*/ 6592885 w 11499847"/>
              <a:gd name="connsiteY332" fmla="*/ 49213 h 2403475"/>
              <a:gd name="connsiteX333" fmla="*/ 8850790 w 11499847"/>
              <a:gd name="connsiteY333" fmla="*/ 38100 h 2403475"/>
              <a:gd name="connsiteX334" fmla="*/ 9041603 w 11499847"/>
              <a:gd name="connsiteY334" fmla="*/ 116301 h 2403475"/>
              <a:gd name="connsiteX335" fmla="*/ 9120185 w 11499847"/>
              <a:gd name="connsiteY335" fmla="*/ 304905 h 2403475"/>
              <a:gd name="connsiteX336" fmla="*/ 9041603 w 11499847"/>
              <a:gd name="connsiteY336" fmla="*/ 493090 h 2403475"/>
              <a:gd name="connsiteX337" fmla="*/ 8850790 w 11499847"/>
              <a:gd name="connsiteY337" fmla="*/ 571500 h 2403475"/>
              <a:gd name="connsiteX338" fmla="*/ 8660186 w 11499847"/>
              <a:gd name="connsiteY338" fmla="*/ 493090 h 2403475"/>
              <a:gd name="connsiteX339" fmla="*/ 8582022 w 11499847"/>
              <a:gd name="connsiteY339" fmla="*/ 304905 h 2403475"/>
              <a:gd name="connsiteX340" fmla="*/ 8660186 w 11499847"/>
              <a:gd name="connsiteY340" fmla="*/ 116301 h 2403475"/>
              <a:gd name="connsiteX341" fmla="*/ 8850790 w 11499847"/>
              <a:gd name="connsiteY341" fmla="*/ 38100 h 2403475"/>
              <a:gd name="connsiteX342" fmla="*/ 7870035 w 11499847"/>
              <a:gd name="connsiteY342" fmla="*/ 38100 h 2403475"/>
              <a:gd name="connsiteX343" fmla="*/ 7871499 w 11499847"/>
              <a:gd name="connsiteY343" fmla="*/ 38100 h 2403475"/>
              <a:gd name="connsiteX344" fmla="*/ 7955187 w 11499847"/>
              <a:gd name="connsiteY344" fmla="*/ 51273 h 2403475"/>
              <a:gd name="connsiteX345" fmla="*/ 8025067 w 11499847"/>
              <a:gd name="connsiteY345" fmla="*/ 86401 h 2403475"/>
              <a:gd name="connsiteX346" fmla="*/ 8004563 w 11499847"/>
              <a:gd name="connsiteY346" fmla="*/ 118811 h 2403475"/>
              <a:gd name="connsiteX347" fmla="*/ 7984060 w 11499847"/>
              <a:gd name="connsiteY347" fmla="*/ 151429 h 2403475"/>
              <a:gd name="connsiteX348" fmla="*/ 7926943 w 11499847"/>
              <a:gd name="connsiteY348" fmla="*/ 122574 h 2403475"/>
              <a:gd name="connsiteX349" fmla="*/ 7869198 w 11499847"/>
              <a:gd name="connsiteY349" fmla="*/ 112538 h 2403475"/>
              <a:gd name="connsiteX350" fmla="*/ 7802666 w 11499847"/>
              <a:gd name="connsiteY350" fmla="*/ 133865 h 2403475"/>
              <a:gd name="connsiteX351" fmla="*/ 7780907 w 11499847"/>
              <a:gd name="connsiteY351" fmla="*/ 185721 h 2403475"/>
              <a:gd name="connsiteX352" fmla="*/ 7811035 w 11499847"/>
              <a:gd name="connsiteY352" fmla="*/ 236949 h 2403475"/>
              <a:gd name="connsiteX353" fmla="*/ 7891166 w 11499847"/>
              <a:gd name="connsiteY353" fmla="*/ 266849 h 2403475"/>
              <a:gd name="connsiteX354" fmla="*/ 7998914 w 11499847"/>
              <a:gd name="connsiteY354" fmla="*/ 313896 h 2403475"/>
              <a:gd name="connsiteX355" fmla="*/ 8047035 w 11499847"/>
              <a:gd name="connsiteY355" fmla="*/ 415934 h 2403475"/>
              <a:gd name="connsiteX356" fmla="*/ 7999751 w 11499847"/>
              <a:gd name="connsiteY356" fmla="*/ 527381 h 2403475"/>
              <a:gd name="connsiteX357" fmla="*/ 7866478 w 11499847"/>
              <a:gd name="connsiteY357" fmla="*/ 571500 h 2403475"/>
              <a:gd name="connsiteX358" fmla="*/ 7761659 w 11499847"/>
              <a:gd name="connsiteY358" fmla="*/ 554145 h 2403475"/>
              <a:gd name="connsiteX359" fmla="*/ 7685085 w 11499847"/>
              <a:gd name="connsiteY359" fmla="*/ 512954 h 2403475"/>
              <a:gd name="connsiteX360" fmla="*/ 7725883 w 11499847"/>
              <a:gd name="connsiteY360" fmla="*/ 447925 h 2403475"/>
              <a:gd name="connsiteX361" fmla="*/ 7793879 w 11499847"/>
              <a:gd name="connsiteY361" fmla="*/ 483053 h 2403475"/>
              <a:gd name="connsiteX362" fmla="*/ 7867106 w 11499847"/>
              <a:gd name="connsiteY362" fmla="*/ 497063 h 2403475"/>
              <a:gd name="connsiteX363" fmla="*/ 7939496 w 11499847"/>
              <a:gd name="connsiteY363" fmla="*/ 475108 h 2403475"/>
              <a:gd name="connsiteX364" fmla="*/ 7964393 w 11499847"/>
              <a:gd name="connsiteY364" fmla="*/ 420952 h 2403475"/>
              <a:gd name="connsiteX365" fmla="*/ 7933847 w 11499847"/>
              <a:gd name="connsiteY365" fmla="*/ 369933 h 2403475"/>
              <a:gd name="connsiteX366" fmla="*/ 7853925 w 11499847"/>
              <a:gd name="connsiteY366" fmla="*/ 339823 h 2403475"/>
              <a:gd name="connsiteX367" fmla="*/ 7745968 w 11499847"/>
              <a:gd name="connsiteY367" fmla="*/ 292986 h 2403475"/>
              <a:gd name="connsiteX368" fmla="*/ 7698266 w 11499847"/>
              <a:gd name="connsiteY368" fmla="*/ 190739 h 2403475"/>
              <a:gd name="connsiteX369" fmla="*/ 7743666 w 11499847"/>
              <a:gd name="connsiteY369" fmla="*/ 80964 h 2403475"/>
              <a:gd name="connsiteX370" fmla="*/ 7870035 w 11499847"/>
              <a:gd name="connsiteY370" fmla="*/ 38100 h 2403475"/>
              <a:gd name="connsiteX371" fmla="*/ 7334624 w 11499847"/>
              <a:gd name="connsiteY371" fmla="*/ 38100 h 2403475"/>
              <a:gd name="connsiteX372" fmla="*/ 7525363 w 11499847"/>
              <a:gd name="connsiteY372" fmla="*/ 116301 h 2403475"/>
              <a:gd name="connsiteX373" fmla="*/ 7604123 w 11499847"/>
              <a:gd name="connsiteY373" fmla="*/ 304905 h 2403475"/>
              <a:gd name="connsiteX374" fmla="*/ 7525363 w 11499847"/>
              <a:gd name="connsiteY374" fmla="*/ 493090 h 2403475"/>
              <a:gd name="connsiteX375" fmla="*/ 7334624 w 11499847"/>
              <a:gd name="connsiteY375" fmla="*/ 571500 h 2403475"/>
              <a:gd name="connsiteX376" fmla="*/ 7144094 w 11499847"/>
              <a:gd name="connsiteY376" fmla="*/ 493090 h 2403475"/>
              <a:gd name="connsiteX377" fmla="*/ 7065960 w 11499847"/>
              <a:gd name="connsiteY377" fmla="*/ 304905 h 2403475"/>
              <a:gd name="connsiteX378" fmla="*/ 7144094 w 11499847"/>
              <a:gd name="connsiteY378" fmla="*/ 116301 h 2403475"/>
              <a:gd name="connsiteX379" fmla="*/ 7334624 w 11499847"/>
              <a:gd name="connsiteY379" fmla="*/ 38100 h 2403475"/>
              <a:gd name="connsiteX380" fmla="*/ 2766077 w 11499847"/>
              <a:gd name="connsiteY380" fmla="*/ 0 h 2403475"/>
              <a:gd name="connsiteX381" fmla="*/ 3146531 w 11499847"/>
              <a:gd name="connsiteY381" fmla="*/ 51449 h 2403475"/>
              <a:gd name="connsiteX382" fmla="*/ 3467375 w 11499847"/>
              <a:gd name="connsiteY382" fmla="*/ 204124 h 2403475"/>
              <a:gd name="connsiteX383" fmla="*/ 3340627 w 11499847"/>
              <a:gd name="connsiteY383" fmla="*/ 403228 h 2403475"/>
              <a:gd name="connsiteX384" fmla="*/ 3213880 w 11499847"/>
              <a:gd name="connsiteY384" fmla="*/ 602542 h 2403475"/>
              <a:gd name="connsiteX385" fmla="*/ 3009743 w 11499847"/>
              <a:gd name="connsiteY385" fmla="*/ 496716 h 2403475"/>
              <a:gd name="connsiteX386" fmla="*/ 2766077 w 11499847"/>
              <a:gd name="connsiteY386" fmla="*/ 457606 h 2403475"/>
              <a:gd name="connsiteX387" fmla="*/ 2232314 w 11499847"/>
              <a:gd name="connsiteY387" fmla="*/ 681180 h 2403475"/>
              <a:gd name="connsiteX388" fmla="*/ 2012073 w 11499847"/>
              <a:gd name="connsiteY388" fmla="*/ 1198391 h 2403475"/>
              <a:gd name="connsiteX389" fmla="*/ 2232314 w 11499847"/>
              <a:gd name="connsiteY389" fmla="*/ 1721250 h 2403475"/>
              <a:gd name="connsiteX390" fmla="*/ 2766077 w 11499847"/>
              <a:gd name="connsiteY390" fmla="*/ 1942732 h 2403475"/>
              <a:gd name="connsiteX391" fmla="*/ 3050111 w 11499847"/>
              <a:gd name="connsiteY391" fmla="*/ 1886682 h 2403475"/>
              <a:gd name="connsiteX392" fmla="*/ 3289594 w 11499847"/>
              <a:gd name="connsiteY392" fmla="*/ 1722086 h 2403475"/>
              <a:gd name="connsiteX393" fmla="*/ 3543925 w 11499847"/>
              <a:gd name="connsiteY393" fmla="*/ 1095493 h 2403475"/>
              <a:gd name="connsiteX394" fmla="*/ 3921866 w 11499847"/>
              <a:gd name="connsiteY394" fmla="*/ 345714 h 2403475"/>
              <a:gd name="connsiteX395" fmla="*/ 4300646 w 11499847"/>
              <a:gd name="connsiteY395" fmla="*/ 92441 h 2403475"/>
              <a:gd name="connsiteX396" fmla="*/ 4787977 w 11499847"/>
              <a:gd name="connsiteY396" fmla="*/ 0 h 2403475"/>
              <a:gd name="connsiteX397" fmla="*/ 5168221 w 11499847"/>
              <a:gd name="connsiteY397" fmla="*/ 54796 h 2403475"/>
              <a:gd name="connsiteX398" fmla="*/ 5489275 w 11499847"/>
              <a:gd name="connsiteY398" fmla="*/ 210607 h 2403475"/>
              <a:gd name="connsiteX399" fmla="*/ 5364200 w 11499847"/>
              <a:gd name="connsiteY399" fmla="*/ 409921 h 2403475"/>
              <a:gd name="connsiteX400" fmla="*/ 5239125 w 11499847"/>
              <a:gd name="connsiteY400" fmla="*/ 609025 h 2403475"/>
              <a:gd name="connsiteX401" fmla="*/ 5031643 w 11499847"/>
              <a:gd name="connsiteY401" fmla="*/ 500480 h 2403475"/>
              <a:gd name="connsiteX402" fmla="*/ 4784631 w 11499847"/>
              <a:gd name="connsiteY402" fmla="*/ 460952 h 2403475"/>
              <a:gd name="connsiteX403" fmla="*/ 4264462 w 11499847"/>
              <a:gd name="connsiteY403" fmla="*/ 679089 h 2403475"/>
              <a:gd name="connsiteX404" fmla="*/ 4050287 w 11499847"/>
              <a:gd name="connsiteY404" fmla="*/ 1198391 h 2403475"/>
              <a:gd name="connsiteX405" fmla="*/ 4262370 w 11499847"/>
              <a:gd name="connsiteY405" fmla="*/ 1725223 h 2403475"/>
              <a:gd name="connsiteX406" fmla="*/ 4778147 w 11499847"/>
              <a:gd name="connsiteY406" fmla="*/ 1945870 h 2403475"/>
              <a:gd name="connsiteX407" fmla="*/ 5191438 w 11499847"/>
              <a:gd name="connsiteY407" fmla="*/ 1804280 h 2403475"/>
              <a:gd name="connsiteX408" fmla="*/ 5426737 w 11499847"/>
              <a:gd name="connsiteY408" fmla="*/ 1445390 h 2403475"/>
              <a:gd name="connsiteX409" fmla="*/ 4708917 w 11499847"/>
              <a:gd name="connsiteY409" fmla="*/ 1445390 h 2403475"/>
              <a:gd name="connsiteX410" fmla="*/ 4850515 w 11499847"/>
              <a:gd name="connsiteY410" fmla="*/ 1223279 h 2403475"/>
              <a:gd name="connsiteX411" fmla="*/ 4992113 w 11499847"/>
              <a:gd name="connsiteY411" fmla="*/ 1000960 h 2403475"/>
              <a:gd name="connsiteX412" fmla="*/ 5457901 w 11499847"/>
              <a:gd name="connsiteY412" fmla="*/ 1000960 h 2403475"/>
              <a:gd name="connsiteX413" fmla="*/ 5924108 w 11499847"/>
              <a:gd name="connsiteY413" fmla="*/ 1000960 h 2403475"/>
              <a:gd name="connsiteX414" fmla="*/ 5936030 w 11499847"/>
              <a:gd name="connsiteY414" fmla="*/ 1100094 h 2403475"/>
              <a:gd name="connsiteX415" fmla="*/ 5940422 w 11499847"/>
              <a:gd name="connsiteY415" fmla="*/ 1201738 h 2403475"/>
              <a:gd name="connsiteX416" fmla="*/ 5600963 w 11499847"/>
              <a:gd name="connsiteY416" fmla="*/ 2050860 h 2403475"/>
              <a:gd name="connsiteX417" fmla="*/ 4764970 w 11499847"/>
              <a:gd name="connsiteY417" fmla="*/ 2403475 h 2403475"/>
              <a:gd name="connsiteX418" fmla="*/ 4178290 w 11499847"/>
              <a:gd name="connsiteY418" fmla="*/ 2262513 h 2403475"/>
              <a:gd name="connsiteX419" fmla="*/ 3757265 w 11499847"/>
              <a:gd name="connsiteY419" fmla="*/ 1886682 h 2403475"/>
              <a:gd name="connsiteX420" fmla="*/ 3332469 w 11499847"/>
              <a:gd name="connsiteY420" fmla="*/ 2263558 h 2403475"/>
              <a:gd name="connsiteX421" fmla="*/ 2749555 w 11499847"/>
              <a:gd name="connsiteY421" fmla="*/ 2403475 h 2403475"/>
              <a:gd name="connsiteX422" fmla="*/ 2242563 w 11499847"/>
              <a:gd name="connsiteY422" fmla="*/ 2295766 h 2403475"/>
              <a:gd name="connsiteX423" fmla="*/ 1844121 w 11499847"/>
              <a:gd name="connsiteY423" fmla="*/ 2005266 h 2403475"/>
              <a:gd name="connsiteX424" fmla="*/ 1583096 w 11499847"/>
              <a:gd name="connsiteY424" fmla="*/ 2257493 h 2403475"/>
              <a:gd name="connsiteX425" fmla="*/ 1188838 w 11499847"/>
              <a:gd name="connsiteY425" fmla="*/ 2354117 h 2403475"/>
              <a:gd name="connsiteX426" fmla="*/ 0 w 11499847"/>
              <a:gd name="connsiteY426" fmla="*/ 2354117 h 2403475"/>
              <a:gd name="connsiteX427" fmla="*/ 0 w 11499847"/>
              <a:gd name="connsiteY427" fmla="*/ 1201738 h 2403475"/>
              <a:gd name="connsiteX428" fmla="*/ 0 w 11499847"/>
              <a:gd name="connsiteY428" fmla="*/ 49358 h 2403475"/>
              <a:gd name="connsiteX429" fmla="*/ 538575 w 11499847"/>
              <a:gd name="connsiteY429" fmla="*/ 49358 h 2403475"/>
              <a:gd name="connsiteX430" fmla="*/ 1076940 w 11499847"/>
              <a:gd name="connsiteY430" fmla="*/ 49358 h 2403475"/>
              <a:gd name="connsiteX431" fmla="*/ 1523487 w 11499847"/>
              <a:gd name="connsiteY431" fmla="*/ 176099 h 2403475"/>
              <a:gd name="connsiteX432" fmla="*/ 1774892 w 11499847"/>
              <a:gd name="connsiteY432" fmla="*/ 500480 h 2403475"/>
              <a:gd name="connsiteX433" fmla="*/ 2196549 w 11499847"/>
              <a:gd name="connsiteY433" fmla="*/ 137826 h 2403475"/>
              <a:gd name="connsiteX434" fmla="*/ 2766077 w 11499847"/>
              <a:gd name="connsiteY434" fmla="*/ 0 h 240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</a:cxnLst>
            <a:rect l="l" t="t" r="r" b="b"/>
            <a:pathLst>
              <a:path w="11499847" h="2403475">
                <a:moveTo>
                  <a:pt x="8982072" y="1919288"/>
                </a:moveTo>
                <a:cubicBezTo>
                  <a:pt x="8982072" y="2105026"/>
                  <a:pt x="8982072" y="2105026"/>
                  <a:pt x="8982072" y="2105026"/>
                </a:cubicBezTo>
                <a:cubicBezTo>
                  <a:pt x="9098233" y="2105026"/>
                  <a:pt x="9098233" y="2105026"/>
                  <a:pt x="9098233" y="2105026"/>
                </a:cubicBezTo>
                <a:cubicBezTo>
                  <a:pt x="9124975" y="2105026"/>
                  <a:pt x="9148166" y="2096202"/>
                  <a:pt x="9164880" y="2080233"/>
                </a:cubicBezTo>
                <a:cubicBezTo>
                  <a:pt x="9181594" y="2064055"/>
                  <a:pt x="9191622" y="2040732"/>
                  <a:pt x="9191622" y="2011737"/>
                </a:cubicBezTo>
                <a:cubicBezTo>
                  <a:pt x="9191622" y="1983792"/>
                  <a:pt x="9181594" y="1960680"/>
                  <a:pt x="9164880" y="1944501"/>
                </a:cubicBezTo>
                <a:cubicBezTo>
                  <a:pt x="9148166" y="1928323"/>
                  <a:pt x="9124975" y="1919288"/>
                  <a:pt x="9098233" y="1919288"/>
                </a:cubicBezTo>
                <a:cubicBezTo>
                  <a:pt x="8982072" y="1919288"/>
                  <a:pt x="8982072" y="1919288"/>
                  <a:pt x="8982072" y="1919288"/>
                </a:cubicBezTo>
                <a:close/>
                <a:moveTo>
                  <a:pt x="7280272" y="1919288"/>
                </a:moveTo>
                <a:cubicBezTo>
                  <a:pt x="7280272" y="2097088"/>
                  <a:pt x="7280272" y="2097088"/>
                  <a:pt x="7280272" y="2097088"/>
                </a:cubicBezTo>
                <a:cubicBezTo>
                  <a:pt x="7404503" y="2097088"/>
                  <a:pt x="7404503" y="2097088"/>
                  <a:pt x="7404503" y="2097088"/>
                </a:cubicBezTo>
                <a:cubicBezTo>
                  <a:pt x="7430689" y="2097088"/>
                  <a:pt x="7453105" y="2088711"/>
                  <a:pt x="7469027" y="2073423"/>
                </a:cubicBezTo>
                <a:cubicBezTo>
                  <a:pt x="7485158" y="2058136"/>
                  <a:pt x="7494585" y="2035937"/>
                  <a:pt x="7494585" y="2008502"/>
                </a:cubicBezTo>
                <a:cubicBezTo>
                  <a:pt x="7494585" y="1981487"/>
                  <a:pt x="7485158" y="1959078"/>
                  <a:pt x="7469027" y="1943581"/>
                </a:cubicBezTo>
                <a:cubicBezTo>
                  <a:pt x="7453105" y="1927874"/>
                  <a:pt x="7430689" y="1919288"/>
                  <a:pt x="7404503" y="1919288"/>
                </a:cubicBezTo>
                <a:cubicBezTo>
                  <a:pt x="7280272" y="1919288"/>
                  <a:pt x="7280272" y="1919288"/>
                  <a:pt x="7280272" y="1919288"/>
                </a:cubicBezTo>
                <a:close/>
                <a:moveTo>
                  <a:pt x="7945015" y="1909763"/>
                </a:moveTo>
                <a:cubicBezTo>
                  <a:pt x="7893445" y="1909763"/>
                  <a:pt x="7847115" y="1930941"/>
                  <a:pt x="7813574" y="1965330"/>
                </a:cubicBezTo>
                <a:cubicBezTo>
                  <a:pt x="7780242" y="1999719"/>
                  <a:pt x="7759697" y="2047317"/>
                  <a:pt x="7759697" y="2100368"/>
                </a:cubicBezTo>
                <a:cubicBezTo>
                  <a:pt x="7759697" y="2153419"/>
                  <a:pt x="7780242" y="2201227"/>
                  <a:pt x="7813574" y="2235406"/>
                </a:cubicBezTo>
                <a:cubicBezTo>
                  <a:pt x="7847115" y="2269795"/>
                  <a:pt x="7893445" y="2290763"/>
                  <a:pt x="7945015" y="2290763"/>
                </a:cubicBezTo>
                <a:cubicBezTo>
                  <a:pt x="7997215" y="2290763"/>
                  <a:pt x="8043544" y="2270004"/>
                  <a:pt x="8077086" y="2235825"/>
                </a:cubicBezTo>
                <a:cubicBezTo>
                  <a:pt x="8110628" y="2201437"/>
                  <a:pt x="8131172" y="2153838"/>
                  <a:pt x="8131172" y="2100368"/>
                </a:cubicBezTo>
                <a:cubicBezTo>
                  <a:pt x="8131172" y="2047317"/>
                  <a:pt x="8110418" y="1999719"/>
                  <a:pt x="8076876" y="1965330"/>
                </a:cubicBezTo>
                <a:cubicBezTo>
                  <a:pt x="8043334" y="1930941"/>
                  <a:pt x="7996796" y="1909763"/>
                  <a:pt x="7945015" y="1909763"/>
                </a:cubicBezTo>
                <a:close/>
                <a:moveTo>
                  <a:pt x="8899522" y="1844675"/>
                </a:moveTo>
                <a:cubicBezTo>
                  <a:pt x="9098598" y="1844675"/>
                  <a:pt x="9098598" y="1844675"/>
                  <a:pt x="9098598" y="1844675"/>
                </a:cubicBezTo>
                <a:cubicBezTo>
                  <a:pt x="9152872" y="1844675"/>
                  <a:pt x="9197507" y="1862857"/>
                  <a:pt x="9228521" y="1892741"/>
                </a:cubicBezTo>
                <a:cubicBezTo>
                  <a:pt x="9259744" y="1922835"/>
                  <a:pt x="9277347" y="1964423"/>
                  <a:pt x="9277347" y="2011236"/>
                </a:cubicBezTo>
                <a:cubicBezTo>
                  <a:pt x="9277347" y="2057839"/>
                  <a:pt x="9259744" y="2099427"/>
                  <a:pt x="9228521" y="2129521"/>
                </a:cubicBezTo>
                <a:cubicBezTo>
                  <a:pt x="9197507" y="2159405"/>
                  <a:pt x="9152872" y="2177796"/>
                  <a:pt x="9098598" y="2177796"/>
                </a:cubicBezTo>
                <a:cubicBezTo>
                  <a:pt x="8982086" y="2177796"/>
                  <a:pt x="8982086" y="2177796"/>
                  <a:pt x="8982086" y="2177796"/>
                </a:cubicBezTo>
                <a:cubicBezTo>
                  <a:pt x="8982086" y="2355850"/>
                  <a:pt x="8982086" y="2355850"/>
                  <a:pt x="8982086" y="2355850"/>
                </a:cubicBezTo>
                <a:cubicBezTo>
                  <a:pt x="8899522" y="2355850"/>
                  <a:pt x="8899522" y="2355850"/>
                  <a:pt x="8899522" y="2355850"/>
                </a:cubicBezTo>
                <a:cubicBezTo>
                  <a:pt x="8899522" y="1844675"/>
                  <a:pt x="8899522" y="1844675"/>
                  <a:pt x="8899522" y="1844675"/>
                </a:cubicBezTo>
                <a:close/>
                <a:moveTo>
                  <a:pt x="8324847" y="1844675"/>
                </a:moveTo>
                <a:cubicBezTo>
                  <a:pt x="8407608" y="1844675"/>
                  <a:pt x="8407608" y="1844675"/>
                  <a:pt x="8407608" y="1844675"/>
                </a:cubicBezTo>
                <a:cubicBezTo>
                  <a:pt x="8407608" y="2158090"/>
                  <a:pt x="8407608" y="2158090"/>
                  <a:pt x="8407608" y="2158090"/>
                </a:cubicBezTo>
                <a:cubicBezTo>
                  <a:pt x="8407608" y="2195307"/>
                  <a:pt x="8420389" y="2228551"/>
                  <a:pt x="8443017" y="2252595"/>
                </a:cubicBezTo>
                <a:cubicBezTo>
                  <a:pt x="8465855" y="2276431"/>
                  <a:pt x="8498331" y="2291066"/>
                  <a:pt x="8537931" y="2291066"/>
                </a:cubicBezTo>
                <a:cubicBezTo>
                  <a:pt x="8576692" y="2291066"/>
                  <a:pt x="8609168" y="2276431"/>
                  <a:pt x="8631797" y="2252595"/>
                </a:cubicBezTo>
                <a:cubicBezTo>
                  <a:pt x="8654425" y="2228551"/>
                  <a:pt x="8667415" y="2195307"/>
                  <a:pt x="8667415" y="2158090"/>
                </a:cubicBezTo>
                <a:cubicBezTo>
                  <a:pt x="8667415" y="1844675"/>
                  <a:pt x="8667415" y="1844675"/>
                  <a:pt x="8667415" y="1844675"/>
                </a:cubicBezTo>
                <a:cubicBezTo>
                  <a:pt x="8748710" y="1844675"/>
                  <a:pt x="8748710" y="1844675"/>
                  <a:pt x="8748710" y="1844675"/>
                </a:cubicBezTo>
                <a:cubicBezTo>
                  <a:pt x="8748710" y="2158717"/>
                  <a:pt x="8748710" y="2158717"/>
                  <a:pt x="8748710" y="2158717"/>
                </a:cubicBezTo>
                <a:cubicBezTo>
                  <a:pt x="8748710" y="2218724"/>
                  <a:pt x="8726291" y="2270785"/>
                  <a:pt x="8688577" y="2307793"/>
                </a:cubicBezTo>
                <a:cubicBezTo>
                  <a:pt x="8650863" y="2345010"/>
                  <a:pt x="8597854" y="2366963"/>
                  <a:pt x="8537093" y="2366963"/>
                </a:cubicBezTo>
                <a:cubicBezTo>
                  <a:pt x="8476331" y="2366963"/>
                  <a:pt x="8423322" y="2345010"/>
                  <a:pt x="8385399" y="2307793"/>
                </a:cubicBezTo>
                <a:cubicBezTo>
                  <a:pt x="8347475" y="2270785"/>
                  <a:pt x="8324847" y="2218724"/>
                  <a:pt x="8324847" y="2158717"/>
                </a:cubicBezTo>
                <a:cubicBezTo>
                  <a:pt x="8324847" y="1844675"/>
                  <a:pt x="8324847" y="1844675"/>
                  <a:pt x="8324847" y="1844675"/>
                </a:cubicBezTo>
                <a:close/>
                <a:moveTo>
                  <a:pt x="7197722" y="1844675"/>
                </a:moveTo>
                <a:cubicBezTo>
                  <a:pt x="7404196" y="1844675"/>
                  <a:pt x="7404196" y="1844675"/>
                  <a:pt x="7404196" y="1844675"/>
                </a:cubicBezTo>
                <a:cubicBezTo>
                  <a:pt x="7457641" y="1844675"/>
                  <a:pt x="7501065" y="1862439"/>
                  <a:pt x="7531336" y="1891906"/>
                </a:cubicBezTo>
                <a:cubicBezTo>
                  <a:pt x="7561608" y="1921581"/>
                  <a:pt x="7578727" y="1962542"/>
                  <a:pt x="7578727" y="2008937"/>
                </a:cubicBezTo>
                <a:cubicBezTo>
                  <a:pt x="7578727" y="2047390"/>
                  <a:pt x="7568080" y="2080827"/>
                  <a:pt x="7548455" y="2106950"/>
                </a:cubicBezTo>
                <a:cubicBezTo>
                  <a:pt x="7529040" y="2133073"/>
                  <a:pt x="7500647" y="2152091"/>
                  <a:pt x="7464947" y="2161495"/>
                </a:cubicBezTo>
                <a:cubicBezTo>
                  <a:pt x="7525699" y="2258673"/>
                  <a:pt x="7525699" y="2258673"/>
                  <a:pt x="7525699" y="2258673"/>
                </a:cubicBezTo>
                <a:cubicBezTo>
                  <a:pt x="7586660" y="2355850"/>
                  <a:pt x="7586660" y="2355850"/>
                  <a:pt x="7586660" y="2355850"/>
                </a:cubicBezTo>
                <a:cubicBezTo>
                  <a:pt x="7491044" y="2355850"/>
                  <a:pt x="7491044" y="2355850"/>
                  <a:pt x="7491044" y="2355850"/>
                </a:cubicBezTo>
                <a:cubicBezTo>
                  <a:pt x="7434676" y="2263479"/>
                  <a:pt x="7434676" y="2263479"/>
                  <a:pt x="7434676" y="2263479"/>
                </a:cubicBezTo>
                <a:cubicBezTo>
                  <a:pt x="7378099" y="2171108"/>
                  <a:pt x="7378099" y="2171108"/>
                  <a:pt x="7378099" y="2171108"/>
                </a:cubicBezTo>
                <a:cubicBezTo>
                  <a:pt x="7280395" y="2171108"/>
                  <a:pt x="7280395" y="2171108"/>
                  <a:pt x="7280395" y="2171108"/>
                </a:cubicBezTo>
                <a:cubicBezTo>
                  <a:pt x="7280395" y="2355850"/>
                  <a:pt x="7280395" y="2355850"/>
                  <a:pt x="7280395" y="2355850"/>
                </a:cubicBezTo>
                <a:cubicBezTo>
                  <a:pt x="7197722" y="2355850"/>
                  <a:pt x="7197722" y="2355850"/>
                  <a:pt x="7197722" y="2355850"/>
                </a:cubicBezTo>
                <a:cubicBezTo>
                  <a:pt x="7197722" y="1844675"/>
                  <a:pt x="7197722" y="1844675"/>
                  <a:pt x="7197722" y="1844675"/>
                </a:cubicBezTo>
                <a:close/>
                <a:moveTo>
                  <a:pt x="7945016" y="1833563"/>
                </a:moveTo>
                <a:cubicBezTo>
                  <a:pt x="8020028" y="1833563"/>
                  <a:pt x="8087706" y="1863673"/>
                  <a:pt x="8136527" y="1911974"/>
                </a:cubicBezTo>
                <a:cubicBezTo>
                  <a:pt x="8185138" y="1960274"/>
                  <a:pt x="8215310" y="2026976"/>
                  <a:pt x="8215310" y="2100368"/>
                </a:cubicBezTo>
                <a:cubicBezTo>
                  <a:pt x="8215310" y="2173760"/>
                  <a:pt x="8185138" y="2240461"/>
                  <a:pt x="8136527" y="2288762"/>
                </a:cubicBezTo>
                <a:cubicBezTo>
                  <a:pt x="8087706" y="2337063"/>
                  <a:pt x="8020028" y="2366963"/>
                  <a:pt x="7945016" y="2366963"/>
                </a:cubicBezTo>
                <a:cubicBezTo>
                  <a:pt x="7870004" y="2366963"/>
                  <a:pt x="7802745" y="2337063"/>
                  <a:pt x="7754134" y="2288762"/>
                </a:cubicBezTo>
                <a:cubicBezTo>
                  <a:pt x="7705523" y="2240461"/>
                  <a:pt x="7675560" y="2173760"/>
                  <a:pt x="7675560" y="2100368"/>
                </a:cubicBezTo>
                <a:cubicBezTo>
                  <a:pt x="7675560" y="2026976"/>
                  <a:pt x="7705523" y="1960274"/>
                  <a:pt x="7754134" y="1911974"/>
                </a:cubicBezTo>
                <a:cubicBezTo>
                  <a:pt x="7802745" y="1863673"/>
                  <a:pt x="7870004" y="1833563"/>
                  <a:pt x="7945016" y="1833563"/>
                </a:cubicBezTo>
                <a:close/>
                <a:moveTo>
                  <a:pt x="6834872" y="1833563"/>
                </a:moveTo>
                <a:cubicBezTo>
                  <a:pt x="6865690" y="1833563"/>
                  <a:pt x="6894831" y="1837536"/>
                  <a:pt x="6921875" y="1845482"/>
                </a:cubicBezTo>
                <a:cubicBezTo>
                  <a:pt x="6948919" y="1853218"/>
                  <a:pt x="6973658" y="1865136"/>
                  <a:pt x="6996090" y="1881028"/>
                </a:cubicBezTo>
                <a:cubicBezTo>
                  <a:pt x="6974496" y="1914692"/>
                  <a:pt x="6974496" y="1914692"/>
                  <a:pt x="6974496" y="1914692"/>
                </a:cubicBezTo>
                <a:cubicBezTo>
                  <a:pt x="6952903" y="1948356"/>
                  <a:pt x="6952903" y="1948356"/>
                  <a:pt x="6952903" y="1948356"/>
                </a:cubicBezTo>
                <a:cubicBezTo>
                  <a:pt x="6935712" y="1935183"/>
                  <a:pt x="6917263" y="1925774"/>
                  <a:pt x="6897556" y="1919501"/>
                </a:cubicBezTo>
                <a:cubicBezTo>
                  <a:pt x="6877850" y="1913228"/>
                  <a:pt x="6856885" y="1910301"/>
                  <a:pt x="6834243" y="1910301"/>
                </a:cubicBezTo>
                <a:cubicBezTo>
                  <a:pt x="6782461" y="1910301"/>
                  <a:pt x="6736548" y="1931001"/>
                  <a:pt x="6703424" y="1965084"/>
                </a:cubicBezTo>
                <a:cubicBezTo>
                  <a:pt x="6670510" y="1999166"/>
                  <a:pt x="6650384" y="2046631"/>
                  <a:pt x="6650384" y="2100368"/>
                </a:cubicBezTo>
                <a:cubicBezTo>
                  <a:pt x="6650384" y="2154105"/>
                  <a:pt x="6669671" y="2201779"/>
                  <a:pt x="6701957" y="2236070"/>
                </a:cubicBezTo>
                <a:cubicBezTo>
                  <a:pt x="6734242" y="2270152"/>
                  <a:pt x="6779526" y="2291062"/>
                  <a:pt x="6831308" y="2291062"/>
                </a:cubicBezTo>
                <a:cubicBezTo>
                  <a:pt x="6878898" y="2291062"/>
                  <a:pt x="6917473" y="2275798"/>
                  <a:pt x="6945984" y="2250498"/>
                </a:cubicBezTo>
                <a:cubicBezTo>
                  <a:pt x="6974496" y="2225197"/>
                  <a:pt x="6992735" y="2189442"/>
                  <a:pt x="6999863" y="2148460"/>
                </a:cubicBezTo>
                <a:cubicBezTo>
                  <a:pt x="6825438" y="2148460"/>
                  <a:pt x="6825438" y="2148460"/>
                  <a:pt x="6825438" y="2148460"/>
                </a:cubicBezTo>
                <a:cubicBezTo>
                  <a:pt x="6849128" y="2111241"/>
                  <a:pt x="6849128" y="2111241"/>
                  <a:pt x="6849128" y="2111241"/>
                </a:cubicBezTo>
                <a:cubicBezTo>
                  <a:pt x="6873028" y="2074022"/>
                  <a:pt x="6873028" y="2074022"/>
                  <a:pt x="6873028" y="2074022"/>
                </a:cubicBezTo>
                <a:cubicBezTo>
                  <a:pt x="7078061" y="2074022"/>
                  <a:pt x="7078061" y="2074022"/>
                  <a:pt x="7078061" y="2074022"/>
                </a:cubicBezTo>
                <a:cubicBezTo>
                  <a:pt x="7079319" y="2078204"/>
                  <a:pt x="7080158" y="2083849"/>
                  <a:pt x="7080787" y="2090540"/>
                </a:cubicBezTo>
                <a:cubicBezTo>
                  <a:pt x="7081415" y="2096813"/>
                  <a:pt x="7081835" y="2103922"/>
                  <a:pt x="7081835" y="2110613"/>
                </a:cubicBezTo>
                <a:cubicBezTo>
                  <a:pt x="7081835" y="2183378"/>
                  <a:pt x="7056258" y="2247361"/>
                  <a:pt x="7011813" y="2293362"/>
                </a:cubicBezTo>
                <a:cubicBezTo>
                  <a:pt x="6967788" y="2339363"/>
                  <a:pt x="6904894" y="2366963"/>
                  <a:pt x="6830470" y="2366963"/>
                </a:cubicBezTo>
                <a:cubicBezTo>
                  <a:pt x="6756255" y="2366963"/>
                  <a:pt x="6690007" y="2337481"/>
                  <a:pt x="6642417" y="2289389"/>
                </a:cubicBezTo>
                <a:cubicBezTo>
                  <a:pt x="6595037" y="2241088"/>
                  <a:pt x="6565897" y="2174387"/>
                  <a:pt x="6565897" y="2100368"/>
                </a:cubicBezTo>
                <a:cubicBezTo>
                  <a:pt x="6565897" y="2026139"/>
                  <a:pt x="6595876" y="1959438"/>
                  <a:pt x="6644514" y="1911346"/>
                </a:cubicBezTo>
                <a:cubicBezTo>
                  <a:pt x="6692942" y="1863255"/>
                  <a:pt x="6760238" y="1833563"/>
                  <a:pt x="6834872" y="1833563"/>
                </a:cubicBezTo>
                <a:close/>
                <a:moveTo>
                  <a:pt x="501650" y="1403350"/>
                </a:moveTo>
                <a:cubicBezTo>
                  <a:pt x="501650" y="1403350"/>
                  <a:pt x="501650" y="1403350"/>
                  <a:pt x="501650" y="1925638"/>
                </a:cubicBezTo>
                <a:cubicBezTo>
                  <a:pt x="501650" y="1925638"/>
                  <a:pt x="501650" y="1925638"/>
                  <a:pt x="842112" y="1925638"/>
                </a:cubicBezTo>
                <a:cubicBezTo>
                  <a:pt x="842112" y="1925638"/>
                  <a:pt x="842112" y="1925638"/>
                  <a:pt x="1182574" y="1925638"/>
                </a:cubicBezTo>
                <a:cubicBezTo>
                  <a:pt x="1258233" y="1925638"/>
                  <a:pt x="1326576" y="1896842"/>
                  <a:pt x="1375900" y="1849684"/>
                </a:cubicBezTo>
                <a:cubicBezTo>
                  <a:pt x="1425224" y="1802317"/>
                  <a:pt x="1455738" y="1736796"/>
                  <a:pt x="1455738" y="1662720"/>
                </a:cubicBezTo>
                <a:cubicBezTo>
                  <a:pt x="1455738" y="1588853"/>
                  <a:pt x="1425224" y="1523958"/>
                  <a:pt x="1375900" y="1477635"/>
                </a:cubicBezTo>
                <a:cubicBezTo>
                  <a:pt x="1326576" y="1431103"/>
                  <a:pt x="1258233" y="1403350"/>
                  <a:pt x="1182574" y="1403350"/>
                </a:cubicBezTo>
                <a:cubicBezTo>
                  <a:pt x="1182574" y="1403350"/>
                  <a:pt x="1182574" y="1403350"/>
                  <a:pt x="501650" y="1403350"/>
                </a:cubicBezTo>
                <a:close/>
                <a:moveTo>
                  <a:pt x="7349808" y="1012825"/>
                </a:moveTo>
                <a:cubicBezTo>
                  <a:pt x="7297999" y="1012825"/>
                  <a:pt x="7251643" y="1033706"/>
                  <a:pt x="7218292" y="1067952"/>
                </a:cubicBezTo>
                <a:cubicBezTo>
                  <a:pt x="7184731" y="1102197"/>
                  <a:pt x="7164385" y="1149598"/>
                  <a:pt x="7164385" y="1202427"/>
                </a:cubicBezTo>
                <a:cubicBezTo>
                  <a:pt x="7164385" y="1255466"/>
                  <a:pt x="7184731" y="1302866"/>
                  <a:pt x="7218292" y="1336903"/>
                </a:cubicBezTo>
                <a:cubicBezTo>
                  <a:pt x="7251643" y="1371148"/>
                  <a:pt x="7297999" y="1392238"/>
                  <a:pt x="7349808" y="1392238"/>
                </a:cubicBezTo>
                <a:cubicBezTo>
                  <a:pt x="7401827" y="1392238"/>
                  <a:pt x="7448393" y="1371357"/>
                  <a:pt x="7481953" y="1337320"/>
                </a:cubicBezTo>
                <a:cubicBezTo>
                  <a:pt x="7515304" y="1303075"/>
                  <a:pt x="7535860" y="1255675"/>
                  <a:pt x="7535860" y="1202427"/>
                </a:cubicBezTo>
                <a:cubicBezTo>
                  <a:pt x="7535860" y="1149598"/>
                  <a:pt x="7515304" y="1102197"/>
                  <a:pt x="7481534" y="1067952"/>
                </a:cubicBezTo>
                <a:cubicBezTo>
                  <a:pt x="7447973" y="1033706"/>
                  <a:pt x="7401408" y="1012825"/>
                  <a:pt x="7349808" y="1012825"/>
                </a:cubicBezTo>
                <a:close/>
                <a:moveTo>
                  <a:pt x="10448922" y="946150"/>
                </a:moveTo>
                <a:lnTo>
                  <a:pt x="10552110" y="946150"/>
                </a:lnTo>
                <a:lnTo>
                  <a:pt x="10671172" y="1139825"/>
                </a:lnTo>
                <a:lnTo>
                  <a:pt x="10790235" y="1333501"/>
                </a:lnTo>
                <a:lnTo>
                  <a:pt x="10790235" y="946150"/>
                </a:lnTo>
                <a:lnTo>
                  <a:pt x="10869610" y="946150"/>
                </a:lnTo>
                <a:lnTo>
                  <a:pt x="10869610" y="1458913"/>
                </a:lnTo>
                <a:lnTo>
                  <a:pt x="10772772" y="1458913"/>
                </a:lnTo>
                <a:lnTo>
                  <a:pt x="10650535" y="1260475"/>
                </a:lnTo>
                <a:lnTo>
                  <a:pt x="10528297" y="1062038"/>
                </a:lnTo>
                <a:lnTo>
                  <a:pt x="10528297" y="1458913"/>
                </a:lnTo>
                <a:lnTo>
                  <a:pt x="10448922" y="1458913"/>
                </a:lnTo>
                <a:close/>
                <a:moveTo>
                  <a:pt x="10185397" y="946150"/>
                </a:moveTo>
                <a:lnTo>
                  <a:pt x="10267947" y="946150"/>
                </a:lnTo>
                <a:lnTo>
                  <a:pt x="10267947" y="1458913"/>
                </a:lnTo>
                <a:lnTo>
                  <a:pt x="10185397" y="1458913"/>
                </a:lnTo>
                <a:close/>
                <a:moveTo>
                  <a:pt x="9656760" y="946150"/>
                </a:moveTo>
                <a:lnTo>
                  <a:pt x="10059985" y="946150"/>
                </a:lnTo>
                <a:lnTo>
                  <a:pt x="10059985" y="1022350"/>
                </a:lnTo>
                <a:lnTo>
                  <a:pt x="9899648" y="1022350"/>
                </a:lnTo>
                <a:lnTo>
                  <a:pt x="9899648" y="1458913"/>
                </a:lnTo>
                <a:lnTo>
                  <a:pt x="9817098" y="1458913"/>
                </a:lnTo>
                <a:lnTo>
                  <a:pt x="9817098" y="1022350"/>
                </a:lnTo>
                <a:lnTo>
                  <a:pt x="9656760" y="1022350"/>
                </a:lnTo>
                <a:close/>
                <a:moveTo>
                  <a:pt x="9336085" y="946150"/>
                </a:moveTo>
                <a:lnTo>
                  <a:pt x="9418635" y="946150"/>
                </a:lnTo>
                <a:lnTo>
                  <a:pt x="9418635" y="1382713"/>
                </a:lnTo>
                <a:lnTo>
                  <a:pt x="9671048" y="1382713"/>
                </a:lnTo>
                <a:lnTo>
                  <a:pt x="9671048" y="1458913"/>
                </a:lnTo>
                <a:lnTo>
                  <a:pt x="9336085" y="1458913"/>
                </a:lnTo>
                <a:close/>
                <a:moveTo>
                  <a:pt x="8766172" y="946150"/>
                </a:moveTo>
                <a:cubicBezTo>
                  <a:pt x="8848414" y="946150"/>
                  <a:pt x="8848414" y="946150"/>
                  <a:pt x="8848414" y="946150"/>
                </a:cubicBezTo>
                <a:cubicBezTo>
                  <a:pt x="8848414" y="1260391"/>
                  <a:pt x="8848414" y="1260391"/>
                  <a:pt x="8848414" y="1260391"/>
                </a:cubicBezTo>
                <a:cubicBezTo>
                  <a:pt x="8848414" y="1297706"/>
                  <a:pt x="8861356" y="1331038"/>
                  <a:pt x="8883900" y="1355146"/>
                </a:cubicBezTo>
                <a:cubicBezTo>
                  <a:pt x="8906443" y="1379044"/>
                  <a:pt x="8939006" y="1393718"/>
                  <a:pt x="8978249" y="1393718"/>
                </a:cubicBezTo>
                <a:cubicBezTo>
                  <a:pt x="9017074" y="1393718"/>
                  <a:pt x="9049219" y="1379044"/>
                  <a:pt x="9071972" y="1355146"/>
                </a:cubicBezTo>
                <a:cubicBezTo>
                  <a:pt x="9094515" y="1331038"/>
                  <a:pt x="9107457" y="1297706"/>
                  <a:pt x="9107457" y="1260391"/>
                </a:cubicBezTo>
                <a:cubicBezTo>
                  <a:pt x="9107457" y="946150"/>
                  <a:pt x="9107457" y="946150"/>
                  <a:pt x="9107457" y="946150"/>
                </a:cubicBezTo>
                <a:cubicBezTo>
                  <a:pt x="9188447" y="946150"/>
                  <a:pt x="9188447" y="946150"/>
                  <a:pt x="9188447" y="946150"/>
                </a:cubicBezTo>
                <a:cubicBezTo>
                  <a:pt x="9188447" y="1261230"/>
                  <a:pt x="9188447" y="1261230"/>
                  <a:pt x="9188447" y="1261230"/>
                </a:cubicBezTo>
                <a:cubicBezTo>
                  <a:pt x="9188447" y="1321185"/>
                  <a:pt x="9166112" y="1373384"/>
                  <a:pt x="9128539" y="1410489"/>
                </a:cubicBezTo>
                <a:cubicBezTo>
                  <a:pt x="9090758" y="1447804"/>
                  <a:pt x="9038156" y="1470025"/>
                  <a:pt x="8977623" y="1470025"/>
                </a:cubicBezTo>
                <a:cubicBezTo>
                  <a:pt x="8917089" y="1470025"/>
                  <a:pt x="8864278" y="1447804"/>
                  <a:pt x="8826497" y="1410489"/>
                </a:cubicBezTo>
                <a:cubicBezTo>
                  <a:pt x="8788716" y="1373384"/>
                  <a:pt x="8766172" y="1321185"/>
                  <a:pt x="8766172" y="1261230"/>
                </a:cubicBezTo>
                <a:cubicBezTo>
                  <a:pt x="8766172" y="946150"/>
                  <a:pt x="8766172" y="946150"/>
                  <a:pt x="8766172" y="946150"/>
                </a:cubicBezTo>
                <a:close/>
                <a:moveTo>
                  <a:pt x="7737472" y="946150"/>
                </a:moveTo>
                <a:lnTo>
                  <a:pt x="7839072" y="946150"/>
                </a:lnTo>
                <a:lnTo>
                  <a:pt x="7958134" y="1139825"/>
                </a:lnTo>
                <a:lnTo>
                  <a:pt x="8077197" y="1333501"/>
                </a:lnTo>
                <a:lnTo>
                  <a:pt x="8077197" y="946150"/>
                </a:lnTo>
                <a:lnTo>
                  <a:pt x="8156572" y="946150"/>
                </a:lnTo>
                <a:lnTo>
                  <a:pt x="8156572" y="1458913"/>
                </a:lnTo>
                <a:lnTo>
                  <a:pt x="8061322" y="1458913"/>
                </a:lnTo>
                <a:lnTo>
                  <a:pt x="7939084" y="1260475"/>
                </a:lnTo>
                <a:lnTo>
                  <a:pt x="7815259" y="1062038"/>
                </a:lnTo>
                <a:lnTo>
                  <a:pt x="7815259" y="1458913"/>
                </a:lnTo>
                <a:lnTo>
                  <a:pt x="7737472" y="1458913"/>
                </a:lnTo>
                <a:close/>
                <a:moveTo>
                  <a:pt x="11253544" y="936625"/>
                </a:moveTo>
                <a:cubicBezTo>
                  <a:pt x="11284280" y="936625"/>
                  <a:pt x="11313343" y="940389"/>
                  <a:pt x="11340315" y="948334"/>
                </a:cubicBezTo>
                <a:cubicBezTo>
                  <a:pt x="11367287" y="956071"/>
                  <a:pt x="11391959" y="967989"/>
                  <a:pt x="11414331" y="984090"/>
                </a:cubicBezTo>
                <a:cubicBezTo>
                  <a:pt x="11392795" y="1017545"/>
                  <a:pt x="11392795" y="1017545"/>
                  <a:pt x="11392795" y="1017545"/>
                </a:cubicBezTo>
                <a:cubicBezTo>
                  <a:pt x="11371260" y="1051209"/>
                  <a:pt x="11371260" y="1051209"/>
                  <a:pt x="11371260" y="1051209"/>
                </a:cubicBezTo>
                <a:cubicBezTo>
                  <a:pt x="11354114" y="1038036"/>
                  <a:pt x="11335715" y="1028627"/>
                  <a:pt x="11316270" y="1022354"/>
                </a:cubicBezTo>
                <a:cubicBezTo>
                  <a:pt x="11296616" y="1016290"/>
                  <a:pt x="11275498" y="1013363"/>
                  <a:pt x="11252917" y="1013363"/>
                </a:cubicBezTo>
                <a:cubicBezTo>
                  <a:pt x="11201273" y="1013363"/>
                  <a:pt x="11155483" y="1034063"/>
                  <a:pt x="11122657" y="1067936"/>
                </a:cubicBezTo>
                <a:cubicBezTo>
                  <a:pt x="11089622" y="1102019"/>
                  <a:pt x="11069549" y="1149692"/>
                  <a:pt x="11069549" y="1203221"/>
                </a:cubicBezTo>
                <a:cubicBezTo>
                  <a:pt x="11069549" y="1256958"/>
                  <a:pt x="11088785" y="1304631"/>
                  <a:pt x="11120984" y="1338923"/>
                </a:cubicBezTo>
                <a:cubicBezTo>
                  <a:pt x="11153393" y="1373214"/>
                  <a:pt x="11198346" y="1394124"/>
                  <a:pt x="11249990" y="1394124"/>
                </a:cubicBezTo>
                <a:cubicBezTo>
                  <a:pt x="11297452" y="1394124"/>
                  <a:pt x="11335924" y="1378860"/>
                  <a:pt x="11364360" y="1353350"/>
                </a:cubicBezTo>
                <a:cubicBezTo>
                  <a:pt x="11392795" y="1328050"/>
                  <a:pt x="11410986" y="1292295"/>
                  <a:pt x="11418095" y="1251521"/>
                </a:cubicBezTo>
                <a:cubicBezTo>
                  <a:pt x="11244136" y="1251521"/>
                  <a:pt x="11244136" y="1251521"/>
                  <a:pt x="11244136" y="1251521"/>
                </a:cubicBezTo>
                <a:cubicBezTo>
                  <a:pt x="11267971" y="1214303"/>
                  <a:pt x="11267971" y="1214303"/>
                  <a:pt x="11267971" y="1214303"/>
                </a:cubicBezTo>
                <a:cubicBezTo>
                  <a:pt x="11291598" y="1177084"/>
                  <a:pt x="11291598" y="1177084"/>
                  <a:pt x="11291598" y="1177084"/>
                </a:cubicBezTo>
                <a:cubicBezTo>
                  <a:pt x="11496083" y="1177084"/>
                  <a:pt x="11496083" y="1177084"/>
                  <a:pt x="11496083" y="1177084"/>
                </a:cubicBezTo>
                <a:cubicBezTo>
                  <a:pt x="11497338" y="1181057"/>
                  <a:pt x="11498174" y="1186911"/>
                  <a:pt x="11498802" y="1193393"/>
                </a:cubicBezTo>
                <a:cubicBezTo>
                  <a:pt x="11499429" y="1199875"/>
                  <a:pt x="11499847" y="1206984"/>
                  <a:pt x="11499847" y="1213466"/>
                </a:cubicBezTo>
                <a:cubicBezTo>
                  <a:pt x="11499847" y="1286231"/>
                  <a:pt x="11474339" y="1350214"/>
                  <a:pt x="11430222" y="1396215"/>
                </a:cubicBezTo>
                <a:cubicBezTo>
                  <a:pt x="11386105" y="1442216"/>
                  <a:pt x="11323379" y="1470025"/>
                  <a:pt x="11249154" y="1470025"/>
                </a:cubicBezTo>
                <a:cubicBezTo>
                  <a:pt x="11175137" y="1470025"/>
                  <a:pt x="11109066" y="1440334"/>
                  <a:pt x="11061813" y="1392242"/>
                </a:cubicBezTo>
                <a:cubicBezTo>
                  <a:pt x="11014351" y="1344150"/>
                  <a:pt x="10985497" y="1277449"/>
                  <a:pt x="10985497" y="1203221"/>
                </a:cubicBezTo>
                <a:cubicBezTo>
                  <a:pt x="10985497" y="1129201"/>
                  <a:pt x="11015187" y="1062500"/>
                  <a:pt x="11063695" y="1014408"/>
                </a:cubicBezTo>
                <a:cubicBezTo>
                  <a:pt x="11111994" y="966317"/>
                  <a:pt x="11179110" y="936625"/>
                  <a:pt x="11253544" y="936625"/>
                </a:cubicBezTo>
                <a:close/>
                <a:moveTo>
                  <a:pt x="8471697" y="936625"/>
                </a:moveTo>
                <a:cubicBezTo>
                  <a:pt x="8502452" y="936625"/>
                  <a:pt x="8530906" y="941434"/>
                  <a:pt x="8556850" y="949798"/>
                </a:cubicBezTo>
                <a:cubicBezTo>
                  <a:pt x="8582793" y="958162"/>
                  <a:pt x="8606225" y="970080"/>
                  <a:pt x="8626729" y="984717"/>
                </a:cubicBezTo>
                <a:cubicBezTo>
                  <a:pt x="8626729" y="984717"/>
                  <a:pt x="8626729" y="984717"/>
                  <a:pt x="8606225" y="1017336"/>
                </a:cubicBezTo>
                <a:cubicBezTo>
                  <a:pt x="8606225" y="1017336"/>
                  <a:pt x="8606225" y="1017336"/>
                  <a:pt x="8585722" y="1049745"/>
                </a:cubicBezTo>
                <a:cubicBezTo>
                  <a:pt x="8566474" y="1037409"/>
                  <a:pt x="8547644" y="1027581"/>
                  <a:pt x="8528605" y="1021099"/>
                </a:cubicBezTo>
                <a:cubicBezTo>
                  <a:pt x="8509775" y="1014617"/>
                  <a:pt x="8490736" y="1011063"/>
                  <a:pt x="8471070" y="1011063"/>
                </a:cubicBezTo>
                <a:cubicBezTo>
                  <a:pt x="8441151" y="1011063"/>
                  <a:pt x="8418974" y="1019217"/>
                  <a:pt x="8404328" y="1032181"/>
                </a:cubicBezTo>
                <a:cubicBezTo>
                  <a:pt x="8389683" y="1045354"/>
                  <a:pt x="8382570" y="1063755"/>
                  <a:pt x="8382570" y="1084246"/>
                </a:cubicBezTo>
                <a:cubicBezTo>
                  <a:pt x="8382570" y="1108292"/>
                  <a:pt x="8393449" y="1123556"/>
                  <a:pt x="8412697" y="1135474"/>
                </a:cubicBezTo>
                <a:cubicBezTo>
                  <a:pt x="8432155" y="1147183"/>
                  <a:pt x="8459772" y="1155338"/>
                  <a:pt x="8493038" y="1165165"/>
                </a:cubicBezTo>
                <a:cubicBezTo>
                  <a:pt x="8532789" y="1177293"/>
                  <a:pt x="8571704" y="1190257"/>
                  <a:pt x="8600786" y="1212421"/>
                </a:cubicBezTo>
                <a:cubicBezTo>
                  <a:pt x="8629658" y="1234585"/>
                  <a:pt x="8648697" y="1265740"/>
                  <a:pt x="8648697" y="1314250"/>
                </a:cubicBezTo>
                <a:cubicBezTo>
                  <a:pt x="8648697" y="1359205"/>
                  <a:pt x="8632169" y="1398097"/>
                  <a:pt x="8601413" y="1425906"/>
                </a:cubicBezTo>
                <a:cubicBezTo>
                  <a:pt x="8570658" y="1453507"/>
                  <a:pt x="8525467" y="1470025"/>
                  <a:pt x="8468140" y="1470025"/>
                </a:cubicBezTo>
                <a:cubicBezTo>
                  <a:pt x="8427552" y="1470025"/>
                  <a:pt x="8393031" y="1463125"/>
                  <a:pt x="8363531" y="1452461"/>
                </a:cubicBezTo>
                <a:cubicBezTo>
                  <a:pt x="8333821" y="1441797"/>
                  <a:pt x="8308715" y="1427161"/>
                  <a:pt x="8286747" y="1411479"/>
                </a:cubicBezTo>
                <a:cubicBezTo>
                  <a:pt x="8286747" y="1411479"/>
                  <a:pt x="8286747" y="1411479"/>
                  <a:pt x="8307251" y="1379069"/>
                </a:cubicBezTo>
                <a:cubicBezTo>
                  <a:pt x="8307251" y="1379069"/>
                  <a:pt x="8307251" y="1379069"/>
                  <a:pt x="8327754" y="1346450"/>
                </a:cubicBezTo>
                <a:cubicBezTo>
                  <a:pt x="8349931" y="1360669"/>
                  <a:pt x="8372318" y="1373005"/>
                  <a:pt x="8395541" y="1381578"/>
                </a:cubicBezTo>
                <a:cubicBezTo>
                  <a:pt x="8418765" y="1390360"/>
                  <a:pt x="8442825" y="1395378"/>
                  <a:pt x="8468768" y="1395378"/>
                </a:cubicBezTo>
                <a:cubicBezTo>
                  <a:pt x="8500569" y="1395378"/>
                  <a:pt x="8525048" y="1387224"/>
                  <a:pt x="8541367" y="1373633"/>
                </a:cubicBezTo>
                <a:cubicBezTo>
                  <a:pt x="8557686" y="1360041"/>
                  <a:pt x="8566055" y="1341014"/>
                  <a:pt x="8566055" y="1319477"/>
                </a:cubicBezTo>
                <a:cubicBezTo>
                  <a:pt x="8566055" y="1295640"/>
                  <a:pt x="8554967" y="1280376"/>
                  <a:pt x="8535509" y="1268458"/>
                </a:cubicBezTo>
                <a:cubicBezTo>
                  <a:pt x="8516261" y="1256540"/>
                  <a:pt x="8488644" y="1248176"/>
                  <a:pt x="8455587" y="1238348"/>
                </a:cubicBezTo>
                <a:cubicBezTo>
                  <a:pt x="8415417" y="1226221"/>
                  <a:pt x="8376502" y="1213466"/>
                  <a:pt x="8347630" y="1191511"/>
                </a:cubicBezTo>
                <a:cubicBezTo>
                  <a:pt x="8318758" y="1169556"/>
                  <a:pt x="8299928" y="1138192"/>
                  <a:pt x="8299928" y="1089264"/>
                </a:cubicBezTo>
                <a:cubicBezTo>
                  <a:pt x="8299928" y="1044727"/>
                  <a:pt x="8315829" y="1006463"/>
                  <a:pt x="8345329" y="979489"/>
                </a:cubicBezTo>
                <a:cubicBezTo>
                  <a:pt x="8374828" y="952516"/>
                  <a:pt x="8417718" y="936625"/>
                  <a:pt x="8471697" y="936625"/>
                </a:cubicBezTo>
                <a:close/>
                <a:moveTo>
                  <a:pt x="7349808" y="936625"/>
                </a:moveTo>
                <a:cubicBezTo>
                  <a:pt x="7424849" y="936625"/>
                  <a:pt x="7492344" y="966526"/>
                  <a:pt x="7541183" y="1014826"/>
                </a:cubicBezTo>
                <a:cubicBezTo>
                  <a:pt x="7590023" y="1063127"/>
                  <a:pt x="7619997" y="1129828"/>
                  <a:pt x="7619997" y="1203221"/>
                </a:cubicBezTo>
                <a:cubicBezTo>
                  <a:pt x="7619997" y="1276613"/>
                  <a:pt x="7590023" y="1343314"/>
                  <a:pt x="7541183" y="1391615"/>
                </a:cubicBezTo>
                <a:cubicBezTo>
                  <a:pt x="7492344" y="1440125"/>
                  <a:pt x="7424849" y="1470025"/>
                  <a:pt x="7349808" y="1470025"/>
                </a:cubicBezTo>
                <a:cubicBezTo>
                  <a:pt x="7274767" y="1470025"/>
                  <a:pt x="7207272" y="1440125"/>
                  <a:pt x="7158642" y="1391615"/>
                </a:cubicBezTo>
                <a:cubicBezTo>
                  <a:pt x="7110012" y="1343314"/>
                  <a:pt x="7080247" y="1276613"/>
                  <a:pt x="7080247" y="1203221"/>
                </a:cubicBezTo>
                <a:cubicBezTo>
                  <a:pt x="7080247" y="1129828"/>
                  <a:pt x="7110012" y="1063127"/>
                  <a:pt x="7158642" y="1014826"/>
                </a:cubicBezTo>
                <a:cubicBezTo>
                  <a:pt x="7207272" y="966526"/>
                  <a:pt x="7274767" y="936625"/>
                  <a:pt x="7349808" y="936625"/>
                </a:cubicBezTo>
                <a:close/>
                <a:moveTo>
                  <a:pt x="6837427" y="936625"/>
                </a:moveTo>
                <a:cubicBezTo>
                  <a:pt x="6874092" y="936625"/>
                  <a:pt x="6904891" y="941852"/>
                  <a:pt x="6932756" y="951680"/>
                </a:cubicBezTo>
                <a:cubicBezTo>
                  <a:pt x="6960412" y="961507"/>
                  <a:pt x="6984925" y="975726"/>
                  <a:pt x="7008810" y="993499"/>
                </a:cubicBezTo>
                <a:cubicBezTo>
                  <a:pt x="7008810" y="993499"/>
                  <a:pt x="7008810" y="993499"/>
                  <a:pt x="6987439" y="1026745"/>
                </a:cubicBezTo>
                <a:cubicBezTo>
                  <a:pt x="6987439" y="1026745"/>
                  <a:pt x="6987439" y="1026745"/>
                  <a:pt x="6966278" y="1059991"/>
                </a:cubicBezTo>
                <a:cubicBezTo>
                  <a:pt x="6946584" y="1044727"/>
                  <a:pt x="6926680" y="1032809"/>
                  <a:pt x="6904891" y="1024863"/>
                </a:cubicBezTo>
                <a:cubicBezTo>
                  <a:pt x="6883101" y="1016708"/>
                  <a:pt x="6859845" y="1012526"/>
                  <a:pt x="6833027" y="1012526"/>
                </a:cubicBezTo>
                <a:cubicBezTo>
                  <a:pt x="6782115" y="1012526"/>
                  <a:pt x="6736441" y="1033436"/>
                  <a:pt x="6703338" y="1067727"/>
                </a:cubicBezTo>
                <a:cubicBezTo>
                  <a:pt x="6670444" y="1102019"/>
                  <a:pt x="6649912" y="1149483"/>
                  <a:pt x="6649912" y="1203221"/>
                </a:cubicBezTo>
                <a:cubicBezTo>
                  <a:pt x="6649912" y="1256958"/>
                  <a:pt x="6670444" y="1304631"/>
                  <a:pt x="6703338" y="1338923"/>
                </a:cubicBezTo>
                <a:cubicBezTo>
                  <a:pt x="6736441" y="1373214"/>
                  <a:pt x="6782115" y="1393915"/>
                  <a:pt x="6833027" y="1393915"/>
                </a:cubicBezTo>
                <a:cubicBezTo>
                  <a:pt x="6859845" y="1393915"/>
                  <a:pt x="6883101" y="1389733"/>
                  <a:pt x="6904891" y="1381787"/>
                </a:cubicBezTo>
                <a:cubicBezTo>
                  <a:pt x="6926680" y="1373633"/>
                  <a:pt x="6946584" y="1361923"/>
                  <a:pt x="6966278" y="1346450"/>
                </a:cubicBezTo>
                <a:cubicBezTo>
                  <a:pt x="6966278" y="1346450"/>
                  <a:pt x="6966278" y="1346450"/>
                  <a:pt x="6987439" y="1379696"/>
                </a:cubicBezTo>
                <a:cubicBezTo>
                  <a:pt x="6987439" y="1379696"/>
                  <a:pt x="6987439" y="1379696"/>
                  <a:pt x="7008810" y="1412942"/>
                </a:cubicBezTo>
                <a:cubicBezTo>
                  <a:pt x="6984925" y="1430924"/>
                  <a:pt x="6960412" y="1445143"/>
                  <a:pt x="6932756" y="1454970"/>
                </a:cubicBezTo>
                <a:cubicBezTo>
                  <a:pt x="6904891" y="1464589"/>
                  <a:pt x="6874092" y="1470025"/>
                  <a:pt x="6837427" y="1470025"/>
                </a:cubicBezTo>
                <a:cubicBezTo>
                  <a:pt x="6761373" y="1470025"/>
                  <a:pt x="6693491" y="1440334"/>
                  <a:pt x="6644674" y="1392242"/>
                </a:cubicBezTo>
                <a:cubicBezTo>
                  <a:pt x="6595648" y="1344150"/>
                  <a:pt x="6565897" y="1277449"/>
                  <a:pt x="6565897" y="1203221"/>
                </a:cubicBezTo>
                <a:cubicBezTo>
                  <a:pt x="6565897" y="1129201"/>
                  <a:pt x="6595648" y="1062500"/>
                  <a:pt x="6644674" y="1014408"/>
                </a:cubicBezTo>
                <a:cubicBezTo>
                  <a:pt x="6693491" y="966107"/>
                  <a:pt x="6761373" y="936625"/>
                  <a:pt x="6837427" y="936625"/>
                </a:cubicBezTo>
                <a:close/>
                <a:moveTo>
                  <a:pt x="501650" y="477838"/>
                </a:moveTo>
                <a:cubicBezTo>
                  <a:pt x="501650" y="477838"/>
                  <a:pt x="501650" y="477838"/>
                  <a:pt x="501650" y="981076"/>
                </a:cubicBezTo>
                <a:cubicBezTo>
                  <a:pt x="501650" y="981076"/>
                  <a:pt x="501650" y="981076"/>
                  <a:pt x="786010" y="981076"/>
                </a:cubicBezTo>
                <a:cubicBezTo>
                  <a:pt x="786010" y="981076"/>
                  <a:pt x="786010" y="981076"/>
                  <a:pt x="1070579" y="981076"/>
                </a:cubicBezTo>
                <a:cubicBezTo>
                  <a:pt x="1142870" y="981076"/>
                  <a:pt x="1207013" y="953710"/>
                  <a:pt x="1253188" y="908588"/>
                </a:cubicBezTo>
                <a:cubicBezTo>
                  <a:pt x="1299153" y="863466"/>
                  <a:pt x="1327150" y="800169"/>
                  <a:pt x="1327150" y="727681"/>
                </a:cubicBezTo>
                <a:cubicBezTo>
                  <a:pt x="1327150" y="655402"/>
                  <a:pt x="1299153" y="592942"/>
                  <a:pt x="1253188" y="548446"/>
                </a:cubicBezTo>
                <a:cubicBezTo>
                  <a:pt x="1207013" y="503951"/>
                  <a:pt x="1142870" y="477838"/>
                  <a:pt x="1070579" y="477838"/>
                </a:cubicBezTo>
                <a:cubicBezTo>
                  <a:pt x="1070579" y="477838"/>
                  <a:pt x="1070579" y="477838"/>
                  <a:pt x="501650" y="477838"/>
                </a:cubicBezTo>
                <a:close/>
                <a:moveTo>
                  <a:pt x="6675435" y="336550"/>
                </a:moveTo>
                <a:cubicBezTo>
                  <a:pt x="6675435" y="487363"/>
                  <a:pt x="6675435" y="487363"/>
                  <a:pt x="6675435" y="487363"/>
                </a:cubicBezTo>
                <a:cubicBezTo>
                  <a:pt x="6808467" y="487363"/>
                  <a:pt x="6808467" y="487363"/>
                  <a:pt x="6808467" y="487363"/>
                </a:cubicBezTo>
                <a:cubicBezTo>
                  <a:pt x="6831475" y="487363"/>
                  <a:pt x="6851346" y="478985"/>
                  <a:pt x="6865570" y="465370"/>
                </a:cubicBezTo>
                <a:cubicBezTo>
                  <a:pt x="6879793" y="451755"/>
                  <a:pt x="6888160" y="432903"/>
                  <a:pt x="6888160" y="411957"/>
                </a:cubicBezTo>
                <a:cubicBezTo>
                  <a:pt x="6888160" y="390801"/>
                  <a:pt x="6879793" y="371949"/>
                  <a:pt x="6865570" y="358334"/>
                </a:cubicBezTo>
                <a:cubicBezTo>
                  <a:pt x="6851346" y="344719"/>
                  <a:pt x="6831475" y="336550"/>
                  <a:pt x="6808467" y="336550"/>
                </a:cubicBezTo>
                <a:cubicBezTo>
                  <a:pt x="6675435" y="336550"/>
                  <a:pt x="6675435" y="336550"/>
                  <a:pt x="6675435" y="336550"/>
                </a:cubicBezTo>
                <a:close/>
                <a:moveTo>
                  <a:pt x="6675435" y="122238"/>
                </a:moveTo>
                <a:cubicBezTo>
                  <a:pt x="6675435" y="265113"/>
                  <a:pt x="6675435" y="265113"/>
                  <a:pt x="6675435" y="265113"/>
                </a:cubicBezTo>
                <a:cubicBezTo>
                  <a:pt x="6795279" y="265113"/>
                  <a:pt x="6795279" y="265113"/>
                  <a:pt x="6795279" y="265113"/>
                </a:cubicBezTo>
                <a:cubicBezTo>
                  <a:pt x="6816822" y="265113"/>
                  <a:pt x="6835228" y="257396"/>
                  <a:pt x="6848404" y="244673"/>
                </a:cubicBezTo>
                <a:cubicBezTo>
                  <a:pt x="6861372" y="231949"/>
                  <a:pt x="6869110" y="214012"/>
                  <a:pt x="6869110" y="193571"/>
                </a:cubicBezTo>
                <a:cubicBezTo>
                  <a:pt x="6869110" y="173131"/>
                  <a:pt x="6861372" y="155402"/>
                  <a:pt x="6848404" y="142679"/>
                </a:cubicBezTo>
                <a:cubicBezTo>
                  <a:pt x="6835228" y="129747"/>
                  <a:pt x="6816822" y="122238"/>
                  <a:pt x="6795279" y="122238"/>
                </a:cubicBezTo>
                <a:cubicBezTo>
                  <a:pt x="6675435" y="122238"/>
                  <a:pt x="6675435" y="122238"/>
                  <a:pt x="6675435" y="122238"/>
                </a:cubicBezTo>
                <a:close/>
                <a:moveTo>
                  <a:pt x="8850791" y="114300"/>
                </a:moveTo>
                <a:cubicBezTo>
                  <a:pt x="8799203" y="114300"/>
                  <a:pt x="8753045" y="135269"/>
                  <a:pt x="8719837" y="169657"/>
                </a:cubicBezTo>
                <a:cubicBezTo>
                  <a:pt x="8686419" y="204046"/>
                  <a:pt x="8666160" y="251645"/>
                  <a:pt x="8666160" y="304905"/>
                </a:cubicBezTo>
                <a:cubicBezTo>
                  <a:pt x="8666160" y="357956"/>
                  <a:pt x="8686419" y="405554"/>
                  <a:pt x="8719837" y="439943"/>
                </a:cubicBezTo>
                <a:cubicBezTo>
                  <a:pt x="8753045" y="474332"/>
                  <a:pt x="8799203" y="495300"/>
                  <a:pt x="8850791" y="495300"/>
                </a:cubicBezTo>
                <a:cubicBezTo>
                  <a:pt x="8902588" y="495300"/>
                  <a:pt x="8948954" y="474541"/>
                  <a:pt x="8982163" y="440153"/>
                </a:cubicBezTo>
                <a:cubicBezTo>
                  <a:pt x="9015580" y="405974"/>
                  <a:pt x="9036048" y="358375"/>
                  <a:pt x="9036048" y="304905"/>
                </a:cubicBezTo>
                <a:cubicBezTo>
                  <a:pt x="9036048" y="251645"/>
                  <a:pt x="9015371" y="204046"/>
                  <a:pt x="8981954" y="169657"/>
                </a:cubicBezTo>
                <a:cubicBezTo>
                  <a:pt x="8948536" y="135269"/>
                  <a:pt x="8902170" y="114300"/>
                  <a:pt x="8850791" y="114300"/>
                </a:cubicBezTo>
                <a:close/>
                <a:moveTo>
                  <a:pt x="7335415" y="114300"/>
                </a:moveTo>
                <a:cubicBezTo>
                  <a:pt x="7283845" y="114300"/>
                  <a:pt x="7237515" y="135269"/>
                  <a:pt x="7203974" y="169657"/>
                </a:cubicBezTo>
                <a:cubicBezTo>
                  <a:pt x="7170642" y="204046"/>
                  <a:pt x="7150097" y="251645"/>
                  <a:pt x="7150097" y="304905"/>
                </a:cubicBezTo>
                <a:cubicBezTo>
                  <a:pt x="7150097" y="357956"/>
                  <a:pt x="7170642" y="405554"/>
                  <a:pt x="7203974" y="439943"/>
                </a:cubicBezTo>
                <a:cubicBezTo>
                  <a:pt x="7237515" y="474332"/>
                  <a:pt x="7283845" y="495300"/>
                  <a:pt x="7335415" y="495300"/>
                </a:cubicBezTo>
                <a:cubicBezTo>
                  <a:pt x="7387405" y="495300"/>
                  <a:pt x="7433944" y="474541"/>
                  <a:pt x="7467486" y="440153"/>
                </a:cubicBezTo>
                <a:cubicBezTo>
                  <a:pt x="7501028" y="405974"/>
                  <a:pt x="7521572" y="358375"/>
                  <a:pt x="7521572" y="304905"/>
                </a:cubicBezTo>
                <a:cubicBezTo>
                  <a:pt x="7521572" y="251645"/>
                  <a:pt x="7500818" y="204046"/>
                  <a:pt x="7467067" y="169657"/>
                </a:cubicBezTo>
                <a:cubicBezTo>
                  <a:pt x="7433525" y="135269"/>
                  <a:pt x="7386986" y="114300"/>
                  <a:pt x="7335415" y="114300"/>
                </a:cubicBezTo>
                <a:close/>
                <a:moveTo>
                  <a:pt x="9237660" y="49213"/>
                </a:moveTo>
                <a:lnTo>
                  <a:pt x="9339260" y="49213"/>
                </a:lnTo>
                <a:lnTo>
                  <a:pt x="9458322" y="242888"/>
                </a:lnTo>
                <a:lnTo>
                  <a:pt x="9578972" y="436563"/>
                </a:lnTo>
                <a:lnTo>
                  <a:pt x="9578972" y="49213"/>
                </a:lnTo>
                <a:lnTo>
                  <a:pt x="9656760" y="49213"/>
                </a:lnTo>
                <a:lnTo>
                  <a:pt x="9656760" y="560388"/>
                </a:lnTo>
                <a:lnTo>
                  <a:pt x="9561510" y="560388"/>
                </a:lnTo>
                <a:lnTo>
                  <a:pt x="9439272" y="363538"/>
                </a:lnTo>
                <a:lnTo>
                  <a:pt x="9317035" y="165101"/>
                </a:lnTo>
                <a:lnTo>
                  <a:pt x="9317035" y="560388"/>
                </a:lnTo>
                <a:lnTo>
                  <a:pt x="9237660" y="560388"/>
                </a:lnTo>
                <a:close/>
                <a:moveTo>
                  <a:pt x="8126410" y="49213"/>
                </a:moveTo>
                <a:lnTo>
                  <a:pt x="8529635" y="49213"/>
                </a:lnTo>
                <a:lnTo>
                  <a:pt x="8529635" y="125413"/>
                </a:lnTo>
                <a:lnTo>
                  <a:pt x="8369298" y="125413"/>
                </a:lnTo>
                <a:lnTo>
                  <a:pt x="8369298" y="560388"/>
                </a:lnTo>
                <a:lnTo>
                  <a:pt x="8285160" y="560388"/>
                </a:lnTo>
                <a:lnTo>
                  <a:pt x="8285160" y="125413"/>
                </a:lnTo>
                <a:lnTo>
                  <a:pt x="8126410" y="125413"/>
                </a:lnTo>
                <a:close/>
                <a:moveTo>
                  <a:pt x="6592885" y="49213"/>
                </a:moveTo>
                <a:cubicBezTo>
                  <a:pt x="6795851" y="49213"/>
                  <a:pt x="6795851" y="49213"/>
                  <a:pt x="6795851" y="49213"/>
                </a:cubicBezTo>
                <a:cubicBezTo>
                  <a:pt x="6840537" y="49213"/>
                  <a:pt x="6879794" y="63633"/>
                  <a:pt x="6907775" y="87875"/>
                </a:cubicBezTo>
                <a:cubicBezTo>
                  <a:pt x="6935756" y="112117"/>
                  <a:pt x="6952670" y="146182"/>
                  <a:pt x="6952670" y="185680"/>
                </a:cubicBezTo>
                <a:cubicBezTo>
                  <a:pt x="6952670" y="208041"/>
                  <a:pt x="6946823" y="228103"/>
                  <a:pt x="6936382" y="245658"/>
                </a:cubicBezTo>
                <a:cubicBezTo>
                  <a:pt x="6925733" y="263004"/>
                  <a:pt x="6910698" y="277633"/>
                  <a:pt x="6892114" y="288709"/>
                </a:cubicBezTo>
                <a:cubicBezTo>
                  <a:pt x="6916963" y="300621"/>
                  <a:pt x="6937009" y="318176"/>
                  <a:pt x="6950791" y="339492"/>
                </a:cubicBezTo>
                <a:cubicBezTo>
                  <a:pt x="6964572" y="360808"/>
                  <a:pt x="6972298" y="385677"/>
                  <a:pt x="6972298" y="412845"/>
                </a:cubicBezTo>
                <a:cubicBezTo>
                  <a:pt x="6972298" y="454015"/>
                  <a:pt x="6955384" y="491005"/>
                  <a:pt x="6926359" y="517546"/>
                </a:cubicBezTo>
                <a:cubicBezTo>
                  <a:pt x="6897543" y="544087"/>
                  <a:pt x="6856616" y="560388"/>
                  <a:pt x="6808798" y="560388"/>
                </a:cubicBezTo>
                <a:cubicBezTo>
                  <a:pt x="6592885" y="560388"/>
                  <a:pt x="6592885" y="560388"/>
                  <a:pt x="6592885" y="560388"/>
                </a:cubicBezTo>
                <a:cubicBezTo>
                  <a:pt x="6592885" y="49213"/>
                  <a:pt x="6592885" y="49213"/>
                  <a:pt x="6592885" y="49213"/>
                </a:cubicBezTo>
                <a:close/>
                <a:moveTo>
                  <a:pt x="8850790" y="38100"/>
                </a:moveTo>
                <a:cubicBezTo>
                  <a:pt x="8925610" y="38100"/>
                  <a:pt x="8992907" y="68001"/>
                  <a:pt x="9041603" y="116301"/>
                </a:cubicBezTo>
                <a:cubicBezTo>
                  <a:pt x="9090299" y="164602"/>
                  <a:pt x="9120185" y="231303"/>
                  <a:pt x="9120185" y="304905"/>
                </a:cubicBezTo>
                <a:cubicBezTo>
                  <a:pt x="9120185" y="378297"/>
                  <a:pt x="9090299" y="444998"/>
                  <a:pt x="9041603" y="493090"/>
                </a:cubicBezTo>
                <a:cubicBezTo>
                  <a:pt x="8992907" y="541600"/>
                  <a:pt x="8925610" y="571500"/>
                  <a:pt x="8850790" y="571500"/>
                </a:cubicBezTo>
                <a:cubicBezTo>
                  <a:pt x="8775761" y="571500"/>
                  <a:pt x="8708673" y="541600"/>
                  <a:pt x="8660186" y="493090"/>
                </a:cubicBezTo>
                <a:cubicBezTo>
                  <a:pt x="8611699" y="444998"/>
                  <a:pt x="8582022" y="378297"/>
                  <a:pt x="8582022" y="304905"/>
                </a:cubicBezTo>
                <a:cubicBezTo>
                  <a:pt x="8582022" y="231303"/>
                  <a:pt x="8611699" y="164602"/>
                  <a:pt x="8660186" y="116301"/>
                </a:cubicBezTo>
                <a:cubicBezTo>
                  <a:pt x="8708673" y="68001"/>
                  <a:pt x="8775761" y="38100"/>
                  <a:pt x="8850790" y="38100"/>
                </a:cubicBezTo>
                <a:close/>
                <a:moveTo>
                  <a:pt x="7870035" y="38100"/>
                </a:moveTo>
                <a:cubicBezTo>
                  <a:pt x="7871499" y="38100"/>
                  <a:pt x="7871499" y="38100"/>
                  <a:pt x="7871499" y="38100"/>
                </a:cubicBezTo>
                <a:cubicBezTo>
                  <a:pt x="7901627" y="38309"/>
                  <a:pt x="7929663" y="42909"/>
                  <a:pt x="7955187" y="51273"/>
                </a:cubicBezTo>
                <a:cubicBezTo>
                  <a:pt x="7981131" y="59637"/>
                  <a:pt x="8004563" y="71764"/>
                  <a:pt x="8025067" y="86401"/>
                </a:cubicBezTo>
                <a:cubicBezTo>
                  <a:pt x="8004563" y="118811"/>
                  <a:pt x="8004563" y="118811"/>
                  <a:pt x="8004563" y="118811"/>
                </a:cubicBezTo>
                <a:cubicBezTo>
                  <a:pt x="7984060" y="151429"/>
                  <a:pt x="7984060" y="151429"/>
                  <a:pt x="7984060" y="151429"/>
                </a:cubicBezTo>
                <a:cubicBezTo>
                  <a:pt x="7964811" y="138884"/>
                  <a:pt x="7945982" y="129265"/>
                  <a:pt x="7926943" y="122574"/>
                </a:cubicBezTo>
                <a:cubicBezTo>
                  <a:pt x="7908113" y="116092"/>
                  <a:pt x="7889074" y="112538"/>
                  <a:pt x="7869198" y="112538"/>
                </a:cubicBezTo>
                <a:cubicBezTo>
                  <a:pt x="7839280" y="112538"/>
                  <a:pt x="7817312" y="120692"/>
                  <a:pt x="7802666" y="133865"/>
                </a:cubicBezTo>
                <a:cubicBezTo>
                  <a:pt x="7788021" y="147038"/>
                  <a:pt x="7780907" y="165230"/>
                  <a:pt x="7780907" y="185721"/>
                </a:cubicBezTo>
                <a:cubicBezTo>
                  <a:pt x="7780907" y="209767"/>
                  <a:pt x="7791787" y="225031"/>
                  <a:pt x="7811035" y="236949"/>
                </a:cubicBezTo>
                <a:cubicBezTo>
                  <a:pt x="7830283" y="248658"/>
                  <a:pt x="7857900" y="257022"/>
                  <a:pt x="7891166" y="266849"/>
                </a:cubicBezTo>
                <a:cubicBezTo>
                  <a:pt x="7931127" y="278977"/>
                  <a:pt x="7970042" y="291941"/>
                  <a:pt x="7998914" y="313896"/>
                </a:cubicBezTo>
                <a:cubicBezTo>
                  <a:pt x="8027996" y="336060"/>
                  <a:pt x="8047035" y="367424"/>
                  <a:pt x="8047035" y="415934"/>
                </a:cubicBezTo>
                <a:cubicBezTo>
                  <a:pt x="8047035" y="460889"/>
                  <a:pt x="8030506" y="499781"/>
                  <a:pt x="7999751" y="527381"/>
                </a:cubicBezTo>
                <a:cubicBezTo>
                  <a:pt x="7968787" y="554982"/>
                  <a:pt x="7923804" y="571500"/>
                  <a:pt x="7866478" y="571500"/>
                </a:cubicBezTo>
                <a:cubicBezTo>
                  <a:pt x="7825890" y="571500"/>
                  <a:pt x="7791368" y="564809"/>
                  <a:pt x="7761659" y="554145"/>
                </a:cubicBezTo>
                <a:cubicBezTo>
                  <a:pt x="7731950" y="543272"/>
                  <a:pt x="7707053" y="528845"/>
                  <a:pt x="7685085" y="512954"/>
                </a:cubicBezTo>
                <a:cubicBezTo>
                  <a:pt x="7725883" y="447925"/>
                  <a:pt x="7725883" y="447925"/>
                  <a:pt x="7725883" y="447925"/>
                </a:cubicBezTo>
                <a:cubicBezTo>
                  <a:pt x="7748269" y="462353"/>
                  <a:pt x="7770656" y="474480"/>
                  <a:pt x="7793879" y="483053"/>
                </a:cubicBezTo>
                <a:cubicBezTo>
                  <a:pt x="7816893" y="491835"/>
                  <a:pt x="7841163" y="497063"/>
                  <a:pt x="7867106" y="497063"/>
                </a:cubicBezTo>
                <a:cubicBezTo>
                  <a:pt x="7898907" y="497063"/>
                  <a:pt x="7923177" y="488699"/>
                  <a:pt x="7939496" y="475108"/>
                </a:cubicBezTo>
                <a:cubicBezTo>
                  <a:pt x="7956024" y="461516"/>
                  <a:pt x="7964393" y="442489"/>
                  <a:pt x="7964393" y="420952"/>
                </a:cubicBezTo>
                <a:cubicBezTo>
                  <a:pt x="7964393" y="397324"/>
                  <a:pt x="7953095" y="381851"/>
                  <a:pt x="7933847" y="369933"/>
                </a:cubicBezTo>
                <a:cubicBezTo>
                  <a:pt x="7914389" y="358224"/>
                  <a:pt x="7886982" y="349860"/>
                  <a:pt x="7853925" y="339823"/>
                </a:cubicBezTo>
                <a:cubicBezTo>
                  <a:pt x="7813755" y="327696"/>
                  <a:pt x="7774840" y="314941"/>
                  <a:pt x="7745968" y="292986"/>
                </a:cubicBezTo>
                <a:cubicBezTo>
                  <a:pt x="7717095" y="271031"/>
                  <a:pt x="7698266" y="239667"/>
                  <a:pt x="7698266" y="190739"/>
                </a:cubicBezTo>
                <a:cubicBezTo>
                  <a:pt x="7698266" y="146202"/>
                  <a:pt x="7714166" y="107938"/>
                  <a:pt x="7743666" y="80964"/>
                </a:cubicBezTo>
                <a:cubicBezTo>
                  <a:pt x="7772957" y="53991"/>
                  <a:pt x="7815847" y="38100"/>
                  <a:pt x="7870035" y="38100"/>
                </a:cubicBezTo>
                <a:close/>
                <a:moveTo>
                  <a:pt x="7334624" y="38100"/>
                </a:moveTo>
                <a:cubicBezTo>
                  <a:pt x="7409415" y="38100"/>
                  <a:pt x="7476894" y="68001"/>
                  <a:pt x="7525363" y="116301"/>
                </a:cubicBezTo>
                <a:cubicBezTo>
                  <a:pt x="7574040" y="164602"/>
                  <a:pt x="7604123" y="231303"/>
                  <a:pt x="7604123" y="304905"/>
                </a:cubicBezTo>
                <a:cubicBezTo>
                  <a:pt x="7604123" y="378297"/>
                  <a:pt x="7574040" y="444998"/>
                  <a:pt x="7525363" y="493090"/>
                </a:cubicBezTo>
                <a:cubicBezTo>
                  <a:pt x="7476894" y="541600"/>
                  <a:pt x="7409415" y="571500"/>
                  <a:pt x="7334624" y="571500"/>
                </a:cubicBezTo>
                <a:cubicBezTo>
                  <a:pt x="7259833" y="571500"/>
                  <a:pt x="7192562" y="541600"/>
                  <a:pt x="7144094" y="493090"/>
                </a:cubicBezTo>
                <a:cubicBezTo>
                  <a:pt x="7095626" y="444998"/>
                  <a:pt x="7065960" y="378297"/>
                  <a:pt x="7065960" y="304905"/>
                </a:cubicBezTo>
                <a:cubicBezTo>
                  <a:pt x="7065960" y="231303"/>
                  <a:pt x="7095626" y="164602"/>
                  <a:pt x="7144094" y="116301"/>
                </a:cubicBezTo>
                <a:cubicBezTo>
                  <a:pt x="7192562" y="68001"/>
                  <a:pt x="7259833" y="38100"/>
                  <a:pt x="7334624" y="38100"/>
                </a:cubicBezTo>
                <a:close/>
                <a:moveTo>
                  <a:pt x="2766077" y="0"/>
                </a:moveTo>
                <a:cubicBezTo>
                  <a:pt x="2901191" y="0"/>
                  <a:pt x="3028777" y="17359"/>
                  <a:pt x="3146531" y="51449"/>
                </a:cubicBezTo>
                <a:cubicBezTo>
                  <a:pt x="3264077" y="85540"/>
                  <a:pt x="3372000" y="136571"/>
                  <a:pt x="3467375" y="204124"/>
                </a:cubicBezTo>
                <a:cubicBezTo>
                  <a:pt x="3467375" y="204124"/>
                  <a:pt x="3467375" y="204124"/>
                  <a:pt x="3340627" y="403228"/>
                </a:cubicBezTo>
                <a:cubicBezTo>
                  <a:pt x="3340627" y="403228"/>
                  <a:pt x="3340627" y="403228"/>
                  <a:pt x="3213880" y="602542"/>
                </a:cubicBezTo>
                <a:cubicBezTo>
                  <a:pt x="3153015" y="556321"/>
                  <a:pt x="3084622" y="520976"/>
                  <a:pt x="3009743" y="496716"/>
                </a:cubicBezTo>
                <a:cubicBezTo>
                  <a:pt x="2934865" y="472455"/>
                  <a:pt x="2853295" y="459279"/>
                  <a:pt x="2766077" y="457606"/>
                </a:cubicBezTo>
                <a:cubicBezTo>
                  <a:pt x="2556923" y="459279"/>
                  <a:pt x="2368473" y="545655"/>
                  <a:pt x="2232314" y="681180"/>
                </a:cubicBezTo>
                <a:cubicBezTo>
                  <a:pt x="2095946" y="816496"/>
                  <a:pt x="2012073" y="1000960"/>
                  <a:pt x="2012073" y="1198391"/>
                </a:cubicBezTo>
                <a:cubicBezTo>
                  <a:pt x="2012073" y="1399378"/>
                  <a:pt x="2095946" y="1585307"/>
                  <a:pt x="2232314" y="1721250"/>
                </a:cubicBezTo>
                <a:cubicBezTo>
                  <a:pt x="2368473" y="1856984"/>
                  <a:pt x="2556923" y="1942732"/>
                  <a:pt x="2766077" y="1942732"/>
                </a:cubicBezTo>
                <a:cubicBezTo>
                  <a:pt x="2868145" y="1942732"/>
                  <a:pt x="2962893" y="1923700"/>
                  <a:pt x="3050111" y="1886682"/>
                </a:cubicBezTo>
                <a:cubicBezTo>
                  <a:pt x="3137328" y="1849664"/>
                  <a:pt x="3217225" y="1794450"/>
                  <a:pt x="3289594" y="1722086"/>
                </a:cubicBezTo>
                <a:cubicBezTo>
                  <a:pt x="3462565" y="1549125"/>
                  <a:pt x="3493101" y="1332661"/>
                  <a:pt x="3543925" y="1095493"/>
                </a:cubicBezTo>
                <a:cubicBezTo>
                  <a:pt x="3595168" y="858533"/>
                  <a:pt x="3666699" y="600869"/>
                  <a:pt x="3921866" y="345714"/>
                </a:cubicBezTo>
                <a:cubicBezTo>
                  <a:pt x="4028953" y="238633"/>
                  <a:pt x="4155701" y="152256"/>
                  <a:pt x="4300646" y="92441"/>
                </a:cubicBezTo>
                <a:cubicBezTo>
                  <a:pt x="4445590" y="32836"/>
                  <a:pt x="4608522" y="0"/>
                  <a:pt x="4787977" y="0"/>
                </a:cubicBezTo>
                <a:cubicBezTo>
                  <a:pt x="4922882" y="0"/>
                  <a:pt x="5050676" y="18823"/>
                  <a:pt x="5168221" y="54796"/>
                </a:cubicBezTo>
                <a:cubicBezTo>
                  <a:pt x="5285976" y="90559"/>
                  <a:pt x="5393900" y="143054"/>
                  <a:pt x="5489275" y="210607"/>
                </a:cubicBezTo>
                <a:cubicBezTo>
                  <a:pt x="5489275" y="210607"/>
                  <a:pt x="5489275" y="210607"/>
                  <a:pt x="5364200" y="409921"/>
                </a:cubicBezTo>
                <a:cubicBezTo>
                  <a:pt x="5364200" y="409921"/>
                  <a:pt x="5364200" y="409921"/>
                  <a:pt x="5239125" y="609025"/>
                </a:cubicBezTo>
                <a:cubicBezTo>
                  <a:pt x="5176588" y="563014"/>
                  <a:pt x="5107357" y="525996"/>
                  <a:pt x="5031643" y="500480"/>
                </a:cubicBezTo>
                <a:cubicBezTo>
                  <a:pt x="4955929" y="474965"/>
                  <a:pt x="4873522" y="460952"/>
                  <a:pt x="4784631" y="460952"/>
                </a:cubicBezTo>
                <a:cubicBezTo>
                  <a:pt x="4580495" y="460952"/>
                  <a:pt x="4396857" y="544818"/>
                  <a:pt x="4264462" y="679089"/>
                </a:cubicBezTo>
                <a:cubicBezTo>
                  <a:pt x="4131857" y="813149"/>
                  <a:pt x="4050287" y="997614"/>
                  <a:pt x="4050287" y="1198391"/>
                </a:cubicBezTo>
                <a:cubicBezTo>
                  <a:pt x="4050287" y="1402724"/>
                  <a:pt x="4131021" y="1589489"/>
                  <a:pt x="4262370" y="1725223"/>
                </a:cubicBezTo>
                <a:cubicBezTo>
                  <a:pt x="4393720" y="1861167"/>
                  <a:pt x="4575477" y="1945870"/>
                  <a:pt x="4778147" y="1945870"/>
                </a:cubicBezTo>
                <a:cubicBezTo>
                  <a:pt x="4939406" y="1945870"/>
                  <a:pt x="5080167" y="1893165"/>
                  <a:pt x="5191438" y="1804280"/>
                </a:cubicBezTo>
                <a:cubicBezTo>
                  <a:pt x="5302499" y="1715394"/>
                  <a:pt x="5384070" y="1590326"/>
                  <a:pt x="5426737" y="1445390"/>
                </a:cubicBezTo>
                <a:cubicBezTo>
                  <a:pt x="5426737" y="1445390"/>
                  <a:pt x="5426737" y="1445390"/>
                  <a:pt x="4708917" y="1445390"/>
                </a:cubicBezTo>
                <a:cubicBezTo>
                  <a:pt x="4708917" y="1445390"/>
                  <a:pt x="4708917" y="1445390"/>
                  <a:pt x="4850515" y="1223279"/>
                </a:cubicBezTo>
                <a:cubicBezTo>
                  <a:pt x="4850515" y="1223279"/>
                  <a:pt x="4850515" y="1223279"/>
                  <a:pt x="4992113" y="1000960"/>
                </a:cubicBezTo>
                <a:cubicBezTo>
                  <a:pt x="4992113" y="1000960"/>
                  <a:pt x="4992113" y="1000960"/>
                  <a:pt x="5457901" y="1000960"/>
                </a:cubicBezTo>
                <a:cubicBezTo>
                  <a:pt x="5457901" y="1000960"/>
                  <a:pt x="5457901" y="1000960"/>
                  <a:pt x="5924108" y="1000960"/>
                </a:cubicBezTo>
                <a:cubicBezTo>
                  <a:pt x="5928919" y="1033796"/>
                  <a:pt x="5933102" y="1066840"/>
                  <a:pt x="5936030" y="1100094"/>
                </a:cubicBezTo>
                <a:cubicBezTo>
                  <a:pt x="5938749" y="1133557"/>
                  <a:pt x="5940422" y="1167229"/>
                  <a:pt x="5940422" y="1201738"/>
                </a:cubicBezTo>
                <a:cubicBezTo>
                  <a:pt x="5940422" y="1532602"/>
                  <a:pt x="5812001" y="1833141"/>
                  <a:pt x="5600963" y="2050860"/>
                </a:cubicBezTo>
                <a:cubicBezTo>
                  <a:pt x="5389717" y="2268578"/>
                  <a:pt x="5095854" y="2403475"/>
                  <a:pt x="4764970" y="2403475"/>
                </a:cubicBezTo>
                <a:cubicBezTo>
                  <a:pt x="4549331" y="2403475"/>
                  <a:pt x="4350006" y="2352653"/>
                  <a:pt x="4178290" y="2262513"/>
                </a:cubicBezTo>
                <a:cubicBezTo>
                  <a:pt x="4006784" y="2172372"/>
                  <a:pt x="3862676" y="2043121"/>
                  <a:pt x="3757265" y="1886682"/>
                </a:cubicBezTo>
                <a:cubicBezTo>
                  <a:pt x="3647040" y="2044794"/>
                  <a:pt x="3502931" y="2173836"/>
                  <a:pt x="3332469" y="2263558"/>
                </a:cubicBezTo>
                <a:cubicBezTo>
                  <a:pt x="3162009" y="2353490"/>
                  <a:pt x="2965403" y="2403475"/>
                  <a:pt x="2749555" y="2403475"/>
                </a:cubicBezTo>
                <a:cubicBezTo>
                  <a:pt x="2566961" y="2403475"/>
                  <a:pt x="2395664" y="2364993"/>
                  <a:pt x="2242563" y="2295766"/>
                </a:cubicBezTo>
                <a:cubicBezTo>
                  <a:pt x="2089461" y="2226540"/>
                  <a:pt x="1954347" y="2126988"/>
                  <a:pt x="1844121" y="2005266"/>
                </a:cubicBezTo>
                <a:cubicBezTo>
                  <a:pt x="1783258" y="2108792"/>
                  <a:pt x="1694366" y="2196214"/>
                  <a:pt x="1583096" y="2257493"/>
                </a:cubicBezTo>
                <a:cubicBezTo>
                  <a:pt x="1472034" y="2318772"/>
                  <a:pt x="1338593" y="2354117"/>
                  <a:pt x="1188838" y="2354117"/>
                </a:cubicBezTo>
                <a:cubicBezTo>
                  <a:pt x="1188838" y="2354117"/>
                  <a:pt x="1188838" y="2354117"/>
                  <a:pt x="0" y="2354117"/>
                </a:cubicBezTo>
                <a:cubicBezTo>
                  <a:pt x="0" y="2354117"/>
                  <a:pt x="0" y="2354117"/>
                  <a:pt x="0" y="1201738"/>
                </a:cubicBezTo>
                <a:cubicBezTo>
                  <a:pt x="0" y="1201738"/>
                  <a:pt x="0" y="1201738"/>
                  <a:pt x="0" y="49358"/>
                </a:cubicBezTo>
                <a:cubicBezTo>
                  <a:pt x="0" y="49358"/>
                  <a:pt x="0" y="49358"/>
                  <a:pt x="538575" y="49358"/>
                </a:cubicBezTo>
                <a:cubicBezTo>
                  <a:pt x="538575" y="49358"/>
                  <a:pt x="538575" y="49358"/>
                  <a:pt x="1076940" y="49358"/>
                </a:cubicBezTo>
                <a:cubicBezTo>
                  <a:pt x="1249702" y="49358"/>
                  <a:pt x="1402804" y="96206"/>
                  <a:pt x="1523487" y="176099"/>
                </a:cubicBezTo>
                <a:cubicBezTo>
                  <a:pt x="1643960" y="255992"/>
                  <a:pt x="1732223" y="368720"/>
                  <a:pt x="1774892" y="500480"/>
                </a:cubicBezTo>
                <a:cubicBezTo>
                  <a:pt x="1883653" y="350524"/>
                  <a:pt x="2027552" y="225457"/>
                  <a:pt x="2196549" y="137826"/>
                </a:cubicBezTo>
                <a:cubicBezTo>
                  <a:pt x="2365129" y="50195"/>
                  <a:pt x="2558596" y="0"/>
                  <a:pt x="27660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2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43"/>
          <p:cNvGrpSpPr/>
          <p:nvPr userDrawn="1"/>
        </p:nvGrpSpPr>
        <p:grpSpPr>
          <a:xfrm>
            <a:off x="-600" y="-1"/>
            <a:ext cx="12193800" cy="6858001"/>
            <a:chOff x="-600" y="-1"/>
            <a:chExt cx="12193800" cy="6858001"/>
          </a:xfrm>
        </p:grpSpPr>
        <p:sp>
          <p:nvSpPr>
            <p:cNvPr id="145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46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170" name="Straight Connector 169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159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0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1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2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3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4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5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6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7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8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9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148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9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150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grpSp>
          <p:nvGrpSpPr>
            <p:cNvPr id="151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154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55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56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57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58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152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53" name="Footnote example"/>
            <p:cNvSpPr txBox="1"/>
            <p:nvPr/>
          </p:nvSpPr>
          <p:spPr>
            <a:xfrm>
              <a:off x="630000" y="6144442"/>
              <a:ext cx="9030914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1. xxxx  2. xxxx  3. List footnotes in numerical order. Footnote numbers are not bracketed. Use 10pt font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7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9"/>
            <a:ext cx="3448800" cy="3488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109949" y="1115416"/>
            <a:ext cx="2488182" cy="896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7031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4920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07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3207715"/>
            <a:ext cx="1547143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7019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accent4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8"/>
            <a:ext cx="3448800" cy="34884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chemeClr val="accent4"/>
              </a:solidFill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109949" y="1115416"/>
            <a:ext cx="2488182" cy="896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6557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00617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4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dirty="0">
                <a:solidFill>
                  <a:schemeClr val="accent4"/>
                </a:solidFill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accent4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3262145"/>
            <a:ext cx="116104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8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chemeClr val="tx2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/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65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theme" Target="../theme/theme1.xml"/><Relationship Id="rId69" Type="http://schemas.openxmlformats.org/officeDocument/2006/relationships/tags" Target="../tags/tag2.xml"/><Relationship Id="rId70" Type="http://schemas.openxmlformats.org/officeDocument/2006/relationships/oleObject" Target="../embeddings/oleObject1.bin"/><Relationship Id="rId7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1941417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270" imgH="270" progId="TCLayout.ActiveDocument.1">
                  <p:embed/>
                </p:oleObj>
              </mc:Choice>
              <mc:Fallback>
                <p:oleObj name="think-cell Slide" r:id="rId7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30000" y="622800"/>
            <a:ext cx="1093335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30000" y="1825625"/>
            <a:ext cx="1093335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83533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086" r:id="rId2"/>
    <p:sldLayoutId id="2147485183" r:id="rId3"/>
    <p:sldLayoutId id="2147485158" r:id="rId4"/>
    <p:sldLayoutId id="2147485113" r:id="rId5"/>
    <p:sldLayoutId id="2147485114" r:id="rId6"/>
    <p:sldLayoutId id="2147485154" r:id="rId7"/>
    <p:sldLayoutId id="2147485162" r:id="rId8"/>
    <p:sldLayoutId id="2147485149" r:id="rId9"/>
    <p:sldLayoutId id="2147485087" r:id="rId10"/>
    <p:sldLayoutId id="2147485112" r:id="rId11"/>
    <p:sldLayoutId id="2147485155" r:id="rId12"/>
    <p:sldLayoutId id="2147485164" r:id="rId13"/>
    <p:sldLayoutId id="2147485109" r:id="rId14"/>
    <p:sldLayoutId id="2147485165" r:id="rId15"/>
    <p:sldLayoutId id="2147485110" r:id="rId16"/>
    <p:sldLayoutId id="2147485166" r:id="rId17"/>
    <p:sldLayoutId id="2147485156" r:id="rId18"/>
    <p:sldLayoutId id="2147485167" r:id="rId19"/>
    <p:sldLayoutId id="2147485108" r:id="rId20"/>
    <p:sldLayoutId id="2147485107" r:id="rId21"/>
    <p:sldLayoutId id="2147485106" r:id="rId22"/>
    <p:sldLayoutId id="2147485090" r:id="rId23"/>
    <p:sldLayoutId id="2147485091" r:id="rId24"/>
    <p:sldLayoutId id="2147485092" r:id="rId25"/>
    <p:sldLayoutId id="2147485093" r:id="rId26"/>
    <p:sldLayoutId id="2147485116" r:id="rId27"/>
    <p:sldLayoutId id="2147485161" r:id="rId28"/>
    <p:sldLayoutId id="2147485159" r:id="rId29"/>
    <p:sldLayoutId id="2147485119" r:id="rId30"/>
    <p:sldLayoutId id="2147485184" r:id="rId31"/>
    <p:sldLayoutId id="2147485137" r:id="rId32"/>
    <p:sldLayoutId id="2147485120" r:id="rId33"/>
    <p:sldLayoutId id="2147485121" r:id="rId34"/>
    <p:sldLayoutId id="2147485141" r:id="rId35"/>
    <p:sldLayoutId id="2147485163" r:id="rId36"/>
    <p:sldLayoutId id="2147485139" r:id="rId37"/>
    <p:sldLayoutId id="2147485140" r:id="rId38"/>
    <p:sldLayoutId id="2147485122" r:id="rId39"/>
    <p:sldLayoutId id="2147485123" r:id="rId40"/>
    <p:sldLayoutId id="2147485151" r:id="rId41"/>
    <p:sldLayoutId id="2147485168" r:id="rId42"/>
    <p:sldLayoutId id="2147485127" r:id="rId43"/>
    <p:sldLayoutId id="2147485169" r:id="rId44"/>
    <p:sldLayoutId id="2147485126" r:id="rId45"/>
    <p:sldLayoutId id="2147485170" r:id="rId46"/>
    <p:sldLayoutId id="2147485153" r:id="rId47"/>
    <p:sldLayoutId id="2147485171" r:id="rId48"/>
    <p:sldLayoutId id="2147485128" r:id="rId49"/>
    <p:sldLayoutId id="2147485129" r:id="rId50"/>
    <p:sldLayoutId id="2147485130" r:id="rId51"/>
    <p:sldLayoutId id="2147485131" r:id="rId52"/>
    <p:sldLayoutId id="2147485145" r:id="rId53"/>
    <p:sldLayoutId id="2147485133" r:id="rId54"/>
    <p:sldLayoutId id="2147485144" r:id="rId55"/>
    <p:sldLayoutId id="2147485134" r:id="rId56"/>
    <p:sldLayoutId id="2147485146" r:id="rId57"/>
    <p:sldLayoutId id="2147485160" r:id="rId58"/>
    <p:sldLayoutId id="2147485172" r:id="rId59"/>
    <p:sldLayoutId id="2147485173" r:id="rId60"/>
    <p:sldLayoutId id="2147485174" r:id="rId61"/>
    <p:sldLayoutId id="2147485175" r:id="rId62"/>
    <p:sldLayoutId id="2147485176" r:id="rId63"/>
    <p:sldLayoutId id="2147485177" r:id="rId64"/>
    <p:sldLayoutId id="2147485178" r:id="rId65"/>
    <p:sldLayoutId id="2147485179" r:id="rId66"/>
    <p:sldLayoutId id="2147485180" r:id="rId67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 userDrawn="1">
          <p15:clr>
            <a:srgbClr val="F26B43"/>
          </p15:clr>
        </p15:guide>
        <p15:guide id="2" pos="396" userDrawn="1">
          <p15:clr>
            <a:srgbClr val="F26B43"/>
          </p15:clr>
        </p15:guide>
        <p15:guide id="3" pos="7284" userDrawn="1">
          <p15:clr>
            <a:srgbClr val="F26B43"/>
          </p15:clr>
        </p15:guide>
        <p15:guide id="4" orient="horz" pos="388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h_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Monogram Paris: A Real-Time Data Pipeline</a:t>
            </a:r>
          </a:p>
        </p:txBody>
      </p:sp>
      <p:sp>
        <p:nvSpPr>
          <p:cNvPr id="102" name="ph_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Bloc 3 - Real-Time Data Pipelines - Kafka, Snowpipe Streaming, dbt, Airflow</a:t>
            </a:r>
          </a:p>
        </p:txBody>
      </p:sp>
      <p:sp>
        <p:nvSpPr>
          <p:cNvPr id="103" name="ph_body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dirty="0"/>
              <a:t>June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real-time + batch pipeline that lands sales in Snowflake within seconds and governs them</a:t>
            </a:r>
          </a:p>
        </p:txBody>
      </p:sp>
      <p:sp>
        <p:nvSpPr>
          <p:cNvPr id="105" name="RR105"/>
          <p:cNvSpPr/>
          <p:nvPr/>
        </p:nvSpPr>
        <p:spPr>
          <a:xfrm>
            <a:off x="630936" y="2075688"/>
            <a:ext cx="10936224" cy="119786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106" name="TB106"/>
          <p:cNvSpPr txBox="1"/>
          <p:nvPr/>
        </p:nvSpPr>
        <p:spPr>
          <a:xfrm>
            <a:off x="813815" y="2167128"/>
            <a:ext cx="2194560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575757"/>
                </a:solidFill>
                <a:latin typeface="Trebuchet MS"/>
              </a:rPr>
              <a:t>Context</a:t>
            </a:r>
          </a:p>
        </p:txBody>
      </p:sp>
      <p:sp>
        <p:nvSpPr>
          <p:cNvPr id="107" name="TB107"/>
          <p:cNvSpPr txBox="1"/>
          <p:nvPr/>
        </p:nvSpPr>
        <p:spPr>
          <a:xfrm>
            <a:off x="3099816" y="2167128"/>
            <a:ext cx="8284464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>
                <a:solidFill>
                  <a:srgbClr val="575757"/>
                </a:solidFill>
                <a:latin typeface="Trebuchet MS"/>
              </a:rPr>
              <a:t>Monogram Paris authenticates and sells vintage luxury fashion. The business needs sales visible the moment they happen, plus a governed warehouse for analytics.</a:t>
            </a:r>
          </a:p>
        </p:txBody>
      </p:sp>
      <p:sp>
        <p:nvSpPr>
          <p:cNvPr id="108" name="RR108"/>
          <p:cNvSpPr/>
          <p:nvPr/>
        </p:nvSpPr>
        <p:spPr>
          <a:xfrm>
            <a:off x="630936" y="3410712"/>
            <a:ext cx="10936224" cy="119786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109" name="TB109"/>
          <p:cNvSpPr txBox="1"/>
          <p:nvPr/>
        </p:nvSpPr>
        <p:spPr>
          <a:xfrm>
            <a:off x="813815" y="3502152"/>
            <a:ext cx="2194560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575757"/>
                </a:solidFill>
                <a:latin typeface="Trebuchet MS"/>
              </a:rPr>
              <a:t>What we built</a:t>
            </a:r>
          </a:p>
        </p:txBody>
      </p:sp>
      <p:sp>
        <p:nvSpPr>
          <p:cNvPr id="110" name="TB110"/>
          <p:cNvSpPr txBox="1"/>
          <p:nvPr/>
        </p:nvSpPr>
        <p:spPr>
          <a:xfrm>
            <a:off x="3099816" y="3502152"/>
            <a:ext cx="8284464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>
                <a:solidFill>
                  <a:srgbClr val="575757"/>
                </a:solidFill>
                <a:latin typeface="Trebuchet MS"/>
              </a:rPr>
              <a:t>Kafka (Redpanda) -&gt; Snowpipe Streaming into Snowflake, exactly-once; dbt star schema + a real-time fact; Airflow orchestration; 3-layer data quality; a Streamlit dashboard.</a:t>
            </a:r>
          </a:p>
        </p:txBody>
      </p:sp>
      <p:sp>
        <p:nvSpPr>
          <p:cNvPr id="111" name="RR111"/>
          <p:cNvSpPr/>
          <p:nvPr/>
        </p:nvSpPr>
        <p:spPr>
          <a:xfrm>
            <a:off x="630936" y="4745736"/>
            <a:ext cx="10936224" cy="1197864"/>
          </a:xfrm>
          <a:prstGeom prst="roundRect">
            <a:avLst>
              <a:gd name="adj" fmla="val 5000"/>
            </a:avLst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112" name="TB112"/>
          <p:cNvSpPr txBox="1"/>
          <p:nvPr/>
        </p:nvSpPr>
        <p:spPr>
          <a:xfrm>
            <a:off x="813815" y="4837176"/>
            <a:ext cx="2194560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Outcome</a:t>
            </a:r>
          </a:p>
        </p:txBody>
      </p:sp>
      <p:sp>
        <p:nvSpPr>
          <p:cNvPr id="113" name="TB113"/>
          <p:cNvSpPr txBox="1"/>
          <p:nvPr/>
        </p:nvSpPr>
        <p:spPr>
          <a:xfrm>
            <a:off x="3099816" y="4837176"/>
            <a:ext cx="8284464" cy="1014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Trebuchet MS"/>
              </a:rPr>
              <a:t>Sub-10s ingestion, exactly-once (0 duplicates), 100k-row warehouse + live stream, every Bloc 3 criterion covered and verified.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data flow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four-stage pipeline ingests in real time and in batch, transforms, loads and monitors</a:t>
            </a:r>
          </a:p>
        </p:txBody>
      </p:sp>
      <p:sp>
        <p:nvSpPr>
          <p:cNvPr id="116" name="S116"/>
          <p:cNvSpPr/>
          <p:nvPr/>
        </p:nvSpPr>
        <p:spPr>
          <a:xfrm>
            <a:off x="630936" y="2075688"/>
            <a:ext cx="2836926" cy="640080"/>
          </a:xfrm>
          <a:prstGeom prst="chevron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17" name="TB117"/>
          <p:cNvSpPr txBox="1"/>
          <p:nvPr/>
        </p:nvSpPr>
        <p:spPr>
          <a:xfrm>
            <a:off x="859536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Ingestion</a:t>
            </a:r>
          </a:p>
        </p:txBody>
      </p:sp>
      <p:sp>
        <p:nvSpPr>
          <p:cNvPr id="118" name="S118"/>
          <p:cNvSpPr/>
          <p:nvPr/>
        </p:nvSpPr>
        <p:spPr>
          <a:xfrm>
            <a:off x="3330702" y="2075688"/>
            <a:ext cx="2836926" cy="640080"/>
          </a:xfrm>
          <a:prstGeom prst="chevron">
            <a:avLst/>
          </a:prstGeom>
          <a:solidFill>
            <a:srgbClr val="197A56"/>
          </a:solidFill>
          <a:ln>
            <a:noFill/>
          </a:ln>
        </p:spPr>
        <p:txBody>
          <a:bodyPr/>
          <a:p/>
        </p:txBody>
      </p:sp>
      <p:sp>
        <p:nvSpPr>
          <p:cNvPr id="119" name="TB119"/>
          <p:cNvSpPr txBox="1"/>
          <p:nvPr/>
        </p:nvSpPr>
        <p:spPr>
          <a:xfrm>
            <a:off x="3559302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Transformation</a:t>
            </a:r>
          </a:p>
        </p:txBody>
      </p:sp>
      <p:sp>
        <p:nvSpPr>
          <p:cNvPr id="120" name="S120"/>
          <p:cNvSpPr/>
          <p:nvPr/>
        </p:nvSpPr>
        <p:spPr>
          <a:xfrm>
            <a:off x="6030468" y="2075688"/>
            <a:ext cx="2836926" cy="640080"/>
          </a:xfrm>
          <a:prstGeom prst="chevron">
            <a:avLst/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121" name="TB121"/>
          <p:cNvSpPr txBox="1"/>
          <p:nvPr/>
        </p:nvSpPr>
        <p:spPr>
          <a:xfrm>
            <a:off x="6259068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Loading</a:t>
            </a:r>
          </a:p>
        </p:txBody>
      </p:sp>
      <p:sp>
        <p:nvSpPr>
          <p:cNvPr id="122" name="S122"/>
          <p:cNvSpPr/>
          <p:nvPr/>
        </p:nvSpPr>
        <p:spPr>
          <a:xfrm>
            <a:off x="8730234" y="2075688"/>
            <a:ext cx="2836926" cy="640080"/>
          </a:xfrm>
          <a:prstGeom prst="chevron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23" name="TB123"/>
          <p:cNvSpPr txBox="1"/>
          <p:nvPr/>
        </p:nvSpPr>
        <p:spPr>
          <a:xfrm>
            <a:off x="8958834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Monitoring</a:t>
            </a:r>
          </a:p>
        </p:txBody>
      </p:sp>
      <p:sp>
        <p:nvSpPr>
          <p:cNvPr id="124" name="RR124"/>
          <p:cNvSpPr/>
          <p:nvPr/>
        </p:nvSpPr>
        <p:spPr>
          <a:xfrm>
            <a:off x="630936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5" name="R125"/>
          <p:cNvSpPr/>
          <p:nvPr/>
        </p:nvSpPr>
        <p:spPr>
          <a:xfrm>
            <a:off x="630936" y="2880360"/>
            <a:ext cx="2596896" cy="54864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26" name="R126"/>
          <p:cNvSpPr/>
          <p:nvPr/>
        </p:nvSpPr>
        <p:spPr>
          <a:xfrm>
            <a:off x="630936" y="2880360"/>
            <a:ext cx="2596896" cy="347472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27" name="TB127"/>
          <p:cNvSpPr txBox="1"/>
          <p:nvPr/>
        </p:nvSpPr>
        <p:spPr>
          <a:xfrm>
            <a:off x="722375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 b="1">
                <a:solidFill>
                  <a:srgbClr val="FFFFFF"/>
                </a:solidFill>
                <a:latin typeface="Trebuchet MS"/>
              </a:rPr>
              <a:t>Ingestion</a:t>
            </a:r>
          </a:p>
        </p:txBody>
      </p:sp>
      <p:sp>
        <p:nvSpPr>
          <p:cNvPr id="128" name="BL128"/>
          <p:cNvSpPr txBox="1"/>
          <p:nvPr/>
        </p:nvSpPr>
        <p:spPr>
          <a:xfrm>
            <a:off x="740664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Kafka stream (Redpanda)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Snowpipe Streaming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Batch: INSERT + COPY</a:t>
            </a:r>
          </a:p>
        </p:txBody>
      </p:sp>
      <p:sp>
        <p:nvSpPr>
          <p:cNvPr id="129" name="RR129"/>
          <p:cNvSpPr/>
          <p:nvPr/>
        </p:nvSpPr>
        <p:spPr>
          <a:xfrm>
            <a:off x="3410712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0" name="R130"/>
          <p:cNvSpPr/>
          <p:nvPr/>
        </p:nvSpPr>
        <p:spPr>
          <a:xfrm>
            <a:off x="3410712" y="2880360"/>
            <a:ext cx="2596896" cy="54864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31" name="R131"/>
          <p:cNvSpPr/>
          <p:nvPr/>
        </p:nvSpPr>
        <p:spPr>
          <a:xfrm>
            <a:off x="3410712" y="2880360"/>
            <a:ext cx="2596896" cy="347472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32" name="TB132"/>
          <p:cNvSpPr txBox="1"/>
          <p:nvPr/>
        </p:nvSpPr>
        <p:spPr>
          <a:xfrm>
            <a:off x="3502152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 b="1">
                <a:solidFill>
                  <a:srgbClr val="FFFFFF"/>
                </a:solidFill>
                <a:latin typeface="Trebuchet MS"/>
              </a:rPr>
              <a:t>Transformation</a:t>
            </a:r>
          </a:p>
        </p:txBody>
      </p:sp>
      <p:sp>
        <p:nvSpPr>
          <p:cNvPr id="133" name="BL133"/>
          <p:cNvSpPr txBox="1"/>
          <p:nvPr/>
        </p:nvSpPr>
        <p:spPr>
          <a:xfrm>
            <a:off x="3520440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dbt staging views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Star schema marts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Real-time fact</a:t>
            </a:r>
          </a:p>
        </p:txBody>
      </p:sp>
      <p:sp>
        <p:nvSpPr>
          <p:cNvPr id="134" name="RR134"/>
          <p:cNvSpPr/>
          <p:nvPr/>
        </p:nvSpPr>
        <p:spPr>
          <a:xfrm>
            <a:off x="6190488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5" name="R135"/>
          <p:cNvSpPr/>
          <p:nvPr/>
        </p:nvSpPr>
        <p:spPr>
          <a:xfrm>
            <a:off x="6190488" y="2880360"/>
            <a:ext cx="2596896" cy="54864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136" name="R136"/>
          <p:cNvSpPr/>
          <p:nvPr/>
        </p:nvSpPr>
        <p:spPr>
          <a:xfrm>
            <a:off x="6190488" y="2880360"/>
            <a:ext cx="2596896" cy="347472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137" name="TB137"/>
          <p:cNvSpPr txBox="1"/>
          <p:nvPr/>
        </p:nvSpPr>
        <p:spPr>
          <a:xfrm>
            <a:off x="6281928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 b="1">
                <a:solidFill>
                  <a:srgbClr val="FFFFFF"/>
                </a:solidFill>
                <a:latin typeface="Trebuchet MS"/>
              </a:rPr>
              <a:t>Loading</a:t>
            </a:r>
          </a:p>
        </p:txBody>
      </p:sp>
      <p:sp>
        <p:nvSpPr>
          <p:cNvPr id="138" name="BL138"/>
          <p:cNvSpPr txBox="1"/>
          <p:nvPr/>
        </p:nvSpPr>
        <p:spPr>
          <a:xfrm>
            <a:off x="6300216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Snowflake INGEST db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RAW -&gt; STAGING -&gt; MARTS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Streamlit insights</a:t>
            </a:r>
          </a:p>
        </p:txBody>
      </p:sp>
      <p:sp>
        <p:nvSpPr>
          <p:cNvPr id="139" name="RR139"/>
          <p:cNvSpPr/>
          <p:nvPr/>
        </p:nvSpPr>
        <p:spPr>
          <a:xfrm>
            <a:off x="8970264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0" name="R140"/>
          <p:cNvSpPr/>
          <p:nvPr/>
        </p:nvSpPr>
        <p:spPr>
          <a:xfrm>
            <a:off x="8970264" y="2880360"/>
            <a:ext cx="2596896" cy="54864"/>
          </a:xfrm>
          <a:prstGeom prst="rect">
            <a:avLst/>
          </a:prstGeom>
          <a:solidFill>
            <a:srgbClr val="197A56"/>
          </a:solidFill>
          <a:ln>
            <a:noFill/>
          </a:ln>
        </p:spPr>
        <p:txBody>
          <a:bodyPr/>
          <a:p/>
        </p:txBody>
      </p:sp>
      <p:sp>
        <p:nvSpPr>
          <p:cNvPr id="141" name="R141"/>
          <p:cNvSpPr/>
          <p:nvPr/>
        </p:nvSpPr>
        <p:spPr>
          <a:xfrm>
            <a:off x="8970264" y="2880360"/>
            <a:ext cx="2596896" cy="347472"/>
          </a:xfrm>
          <a:prstGeom prst="rect">
            <a:avLst/>
          </a:prstGeom>
          <a:solidFill>
            <a:srgbClr val="197A56"/>
          </a:solidFill>
          <a:ln>
            <a:noFill/>
          </a:ln>
        </p:spPr>
        <p:txBody>
          <a:bodyPr/>
          <a:p/>
        </p:txBody>
      </p:sp>
      <p:sp>
        <p:nvSpPr>
          <p:cNvPr id="142" name="TB142"/>
          <p:cNvSpPr txBox="1"/>
          <p:nvPr/>
        </p:nvSpPr>
        <p:spPr>
          <a:xfrm>
            <a:off x="9061704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dirty="0" b="1">
                <a:solidFill>
                  <a:srgbClr val="FFFFFF"/>
                </a:solidFill>
                <a:latin typeface="Trebuchet MS"/>
              </a:rPr>
              <a:t>Monitoring</a:t>
            </a:r>
          </a:p>
        </p:txBody>
      </p:sp>
      <p:sp>
        <p:nvSpPr>
          <p:cNvPr id="143" name="BL143"/>
          <p:cNvSpPr txBox="1"/>
          <p:nvPr/>
        </p:nvSpPr>
        <p:spPr>
          <a:xfrm>
            <a:off x="9079992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Freshness + exactly-once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Throughput / latency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Airflow + dbt tests</a:t>
            </a:r>
          </a:p>
        </p:txBody>
      </p:sp>
      <p:sp>
        <p:nvSpPr>
          <p:cNvPr id="144" name="RR144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145" name="TB145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Real-time and batch paths converge in the same Snowflake star schema; Airflow orchestrates and monitors the whole loop.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streaming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stream through Kafka into Snowflake via Snowpipe Streaming, exactly-once</a:t>
            </a:r>
          </a:p>
        </p:txBody>
      </p:sp>
      <p:sp>
        <p:nvSpPr>
          <p:cNvPr id="148" name="S148"/>
          <p:cNvSpPr/>
          <p:nvPr/>
        </p:nvSpPr>
        <p:spPr>
          <a:xfrm>
            <a:off x="630936" y="2075688"/>
            <a:ext cx="2836926" cy="640080"/>
          </a:xfrm>
          <a:prstGeom prst="chevron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49" name="TB149"/>
          <p:cNvSpPr txBox="1"/>
          <p:nvPr/>
        </p:nvSpPr>
        <p:spPr>
          <a:xfrm>
            <a:off x="859536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Producer</a:t>
            </a:r>
          </a:p>
        </p:txBody>
      </p:sp>
      <p:sp>
        <p:nvSpPr>
          <p:cNvPr id="150" name="S150"/>
          <p:cNvSpPr/>
          <p:nvPr/>
        </p:nvSpPr>
        <p:spPr>
          <a:xfrm>
            <a:off x="3330702" y="2075688"/>
            <a:ext cx="2836926" cy="640080"/>
          </a:xfrm>
          <a:prstGeom prst="chevron">
            <a:avLst/>
          </a:prstGeom>
          <a:solidFill>
            <a:srgbClr val="197A56"/>
          </a:solidFill>
          <a:ln>
            <a:noFill/>
          </a:ln>
        </p:spPr>
        <p:txBody>
          <a:bodyPr/>
          <a:p/>
        </p:txBody>
      </p:sp>
      <p:sp>
        <p:nvSpPr>
          <p:cNvPr id="151" name="TB151"/>
          <p:cNvSpPr txBox="1"/>
          <p:nvPr/>
        </p:nvSpPr>
        <p:spPr>
          <a:xfrm>
            <a:off x="3559302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Redpanda topic</a:t>
            </a:r>
          </a:p>
        </p:txBody>
      </p:sp>
      <p:sp>
        <p:nvSpPr>
          <p:cNvPr id="152" name="S152"/>
          <p:cNvSpPr/>
          <p:nvPr/>
        </p:nvSpPr>
        <p:spPr>
          <a:xfrm>
            <a:off x="6030468" y="2075688"/>
            <a:ext cx="2836926" cy="640080"/>
          </a:xfrm>
          <a:prstGeom prst="chevron">
            <a:avLst/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153" name="TB153"/>
          <p:cNvSpPr txBox="1"/>
          <p:nvPr/>
        </p:nvSpPr>
        <p:spPr>
          <a:xfrm>
            <a:off x="6259068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Consumer</a:t>
            </a:r>
          </a:p>
        </p:txBody>
      </p:sp>
      <p:sp>
        <p:nvSpPr>
          <p:cNvPr id="154" name="S154"/>
          <p:cNvSpPr/>
          <p:nvPr/>
        </p:nvSpPr>
        <p:spPr>
          <a:xfrm>
            <a:off x="8730234" y="2075688"/>
            <a:ext cx="2836926" cy="640080"/>
          </a:xfrm>
          <a:prstGeom prst="chevron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55" name="TB155"/>
          <p:cNvSpPr txBox="1"/>
          <p:nvPr/>
        </p:nvSpPr>
        <p:spPr>
          <a:xfrm>
            <a:off x="8958834" y="2075688"/>
            <a:ext cx="242544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 b="1">
                <a:solidFill>
                  <a:srgbClr val="FFFFFF"/>
                </a:solidFill>
                <a:latin typeface="Trebuchet MS"/>
              </a:rPr>
              <a:t>Snowflake</a:t>
            </a:r>
          </a:p>
        </p:txBody>
      </p:sp>
      <p:sp>
        <p:nvSpPr>
          <p:cNvPr id="156" name="RR156"/>
          <p:cNvSpPr/>
          <p:nvPr/>
        </p:nvSpPr>
        <p:spPr>
          <a:xfrm>
            <a:off x="630936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7" name="R157"/>
          <p:cNvSpPr/>
          <p:nvPr/>
        </p:nvSpPr>
        <p:spPr>
          <a:xfrm>
            <a:off x="630936" y="2880360"/>
            <a:ext cx="2596896" cy="54864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58" name="R158"/>
          <p:cNvSpPr/>
          <p:nvPr/>
        </p:nvSpPr>
        <p:spPr>
          <a:xfrm>
            <a:off x="630936" y="2880360"/>
            <a:ext cx="2596896" cy="347472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59" name="TB159"/>
          <p:cNvSpPr txBox="1"/>
          <p:nvPr/>
        </p:nvSpPr>
        <p:spPr>
          <a:xfrm>
            <a:off x="722375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 b="1">
                <a:solidFill>
                  <a:srgbClr val="FFFFFF"/>
                </a:solidFill>
                <a:latin typeface="Trebuchet MS"/>
              </a:rPr>
              <a:t>Producer</a:t>
            </a:r>
          </a:p>
        </p:txBody>
      </p:sp>
      <p:sp>
        <p:nvSpPr>
          <p:cNvPr id="160" name="BL160"/>
          <p:cNvSpPr txBox="1"/>
          <p:nvPr/>
        </p:nvSpPr>
        <p:spPr>
          <a:xfrm>
            <a:off x="740664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Sale events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Key = store_id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Real product/customer IDs</a:t>
            </a:r>
          </a:p>
        </p:txBody>
      </p:sp>
      <p:sp>
        <p:nvSpPr>
          <p:cNvPr id="161" name="RR161"/>
          <p:cNvSpPr/>
          <p:nvPr/>
        </p:nvSpPr>
        <p:spPr>
          <a:xfrm>
            <a:off x="3410712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2" name="R162"/>
          <p:cNvSpPr/>
          <p:nvPr/>
        </p:nvSpPr>
        <p:spPr>
          <a:xfrm>
            <a:off x="3410712" y="2880360"/>
            <a:ext cx="2596896" cy="54864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63" name="R163"/>
          <p:cNvSpPr/>
          <p:nvPr/>
        </p:nvSpPr>
        <p:spPr>
          <a:xfrm>
            <a:off x="3410712" y="2880360"/>
            <a:ext cx="2596896" cy="347472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64" name="TB164"/>
          <p:cNvSpPr txBox="1"/>
          <p:nvPr/>
        </p:nvSpPr>
        <p:spPr>
          <a:xfrm>
            <a:off x="3502152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 b="1">
                <a:solidFill>
                  <a:srgbClr val="FFFFFF"/>
                </a:solidFill>
                <a:latin typeface="Trebuchet MS"/>
              </a:rPr>
              <a:t>Redpanda</a:t>
            </a:r>
          </a:p>
        </p:txBody>
      </p:sp>
      <p:sp>
        <p:nvSpPr>
          <p:cNvPr id="165" name="BL165"/>
          <p:cNvSpPr txBox="1"/>
          <p:nvPr/>
        </p:nvSpPr>
        <p:spPr>
          <a:xfrm>
            <a:off x="3520440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Kafka API broker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3 partitions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Console UI :8088</a:t>
            </a:r>
          </a:p>
        </p:txBody>
      </p:sp>
      <p:sp>
        <p:nvSpPr>
          <p:cNvPr id="166" name="RR166"/>
          <p:cNvSpPr/>
          <p:nvPr/>
        </p:nvSpPr>
        <p:spPr>
          <a:xfrm>
            <a:off x="6190488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7" name="R167"/>
          <p:cNvSpPr/>
          <p:nvPr/>
        </p:nvSpPr>
        <p:spPr>
          <a:xfrm>
            <a:off x="6190488" y="2880360"/>
            <a:ext cx="2596896" cy="54864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168" name="R168"/>
          <p:cNvSpPr/>
          <p:nvPr/>
        </p:nvSpPr>
        <p:spPr>
          <a:xfrm>
            <a:off x="6190488" y="2880360"/>
            <a:ext cx="2596896" cy="347472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169" name="TB169"/>
          <p:cNvSpPr txBox="1"/>
          <p:nvPr/>
        </p:nvSpPr>
        <p:spPr>
          <a:xfrm>
            <a:off x="6281928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 b="1">
                <a:solidFill>
                  <a:srgbClr val="FFFFFF"/>
                </a:solidFill>
                <a:latin typeface="Trebuchet MS"/>
              </a:rPr>
              <a:t>Consumer</a:t>
            </a:r>
          </a:p>
        </p:txBody>
      </p:sp>
      <p:sp>
        <p:nvSpPr>
          <p:cNvPr id="170" name="BL170"/>
          <p:cNvSpPr txBox="1"/>
          <p:nvPr/>
        </p:nvSpPr>
        <p:spPr>
          <a:xfrm>
            <a:off x="6300216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1 channel / partition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Kafka offset = token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Resume on restart</a:t>
            </a:r>
          </a:p>
        </p:txBody>
      </p:sp>
      <p:sp>
        <p:nvSpPr>
          <p:cNvPr id="171" name="RR171"/>
          <p:cNvSpPr/>
          <p:nvPr/>
        </p:nvSpPr>
        <p:spPr>
          <a:xfrm>
            <a:off x="8970264" y="2880360"/>
            <a:ext cx="2596896" cy="226771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2" name="R172"/>
          <p:cNvSpPr/>
          <p:nvPr/>
        </p:nvSpPr>
        <p:spPr>
          <a:xfrm>
            <a:off x="8970264" y="2880360"/>
            <a:ext cx="2596896" cy="54864"/>
          </a:xfrm>
          <a:prstGeom prst="rect">
            <a:avLst/>
          </a:prstGeom>
          <a:solidFill>
            <a:srgbClr val="197A56"/>
          </a:solidFill>
          <a:ln>
            <a:noFill/>
          </a:ln>
        </p:spPr>
        <p:txBody>
          <a:bodyPr/>
          <a:p/>
        </p:txBody>
      </p:sp>
      <p:sp>
        <p:nvSpPr>
          <p:cNvPr id="173" name="R173"/>
          <p:cNvSpPr/>
          <p:nvPr/>
        </p:nvSpPr>
        <p:spPr>
          <a:xfrm>
            <a:off x="8970264" y="2880360"/>
            <a:ext cx="2596896" cy="347472"/>
          </a:xfrm>
          <a:prstGeom prst="rect">
            <a:avLst/>
          </a:prstGeom>
          <a:solidFill>
            <a:srgbClr val="197A56"/>
          </a:solidFill>
          <a:ln>
            <a:noFill/>
          </a:ln>
        </p:spPr>
        <p:txBody>
          <a:bodyPr/>
          <a:p/>
        </p:txBody>
      </p:sp>
      <p:sp>
        <p:nvSpPr>
          <p:cNvPr id="174" name="TB174"/>
          <p:cNvSpPr txBox="1"/>
          <p:nvPr/>
        </p:nvSpPr>
        <p:spPr>
          <a:xfrm>
            <a:off x="9061704" y="2880360"/>
            <a:ext cx="241401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 b="1">
                <a:solidFill>
                  <a:srgbClr val="FFFFFF"/>
                </a:solidFill>
                <a:latin typeface="Trebuchet MS"/>
              </a:rPr>
              <a:t>Snowpipe Streaming</a:t>
            </a:r>
          </a:p>
        </p:txBody>
      </p:sp>
      <p:sp>
        <p:nvSpPr>
          <p:cNvPr id="175" name="BL175"/>
          <p:cNvSpPr txBox="1"/>
          <p:nvPr/>
        </p:nvSpPr>
        <p:spPr>
          <a:xfrm>
            <a:off x="9079992" y="3337560"/>
            <a:ext cx="2377440" cy="17007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High-perf Python SDK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Default pipe, MATCH_BY_NAME</a:t>
            </a:r>
          </a:p>
          <a:p>
            <a:pPr marL="228600" indent="-228600" algn="l">
              <a:spcAft>
                <a:spcPts val="400"/>
              </a:spcAft>
              <a:buChar char="-"/>
            </a:pPr>
            <a:r>
              <a:rPr lang="en-US" sz="1200" dirty="0">
                <a:solidFill>
                  <a:srgbClr val="575757"/>
                </a:solidFill>
                <a:latin typeface="Trebuchet MS"/>
              </a:rPr>
              <a:t>Sub-10s, exactly-once</a:t>
            </a:r>
          </a:p>
        </p:txBody>
      </p:sp>
      <p:sp>
        <p:nvSpPr>
          <p:cNvPr id="176" name="RR176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177" name="TB177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Exactly-once: the Kafka offset is the Snowpipe channel offset token; on restart each channel resumes from its last committed offset. Verified 150/150, 0 duplicates.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dbt builds a conformed star schema, with the stream landing in a real-time fact</a:t>
            </a:r>
          </a:p>
        </p:txBody>
      </p:sp>
      <p:sp>
        <p:nvSpPr>
          <p:cNvPr id="179" name="RR179"/>
          <p:cNvSpPr/>
          <p:nvPr/>
        </p:nvSpPr>
        <p:spPr>
          <a:xfrm>
            <a:off x="630936" y="2075688"/>
            <a:ext cx="5326380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0" name="R180"/>
          <p:cNvSpPr/>
          <p:nvPr/>
        </p:nvSpPr>
        <p:spPr>
          <a:xfrm>
            <a:off x="630936" y="2075688"/>
            <a:ext cx="5326380" cy="54864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81" name="R181"/>
          <p:cNvSpPr/>
          <p:nvPr/>
        </p:nvSpPr>
        <p:spPr>
          <a:xfrm>
            <a:off x="630936" y="2075688"/>
            <a:ext cx="5326380" cy="384048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82" name="TB182"/>
          <p:cNvSpPr txBox="1"/>
          <p:nvPr/>
        </p:nvSpPr>
        <p:spPr>
          <a:xfrm>
            <a:off x="740664" y="2075688"/>
            <a:ext cx="5106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Layers (RAW -&gt; STAGING -&gt; MARTS)</a:t>
            </a:r>
          </a:p>
        </p:txBody>
      </p:sp>
      <p:sp>
        <p:nvSpPr>
          <p:cNvPr id="183" name="BL183"/>
          <p:cNvSpPr txBox="1"/>
          <p:nvPr/>
        </p:nvSpPr>
        <p:spPr>
          <a:xfrm>
            <a:off x="768096" y="2606040"/>
            <a:ext cx="5052060" cy="2569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8 staging views (cast, clean)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4 conformed dims + 2 facts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1 SCD2 snapshot (customers)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fct_sales_realtime from the stream</a:t>
            </a:r>
          </a:p>
        </p:txBody>
      </p:sp>
      <p:sp>
        <p:nvSpPr>
          <p:cNvPr id="184" name="RR184"/>
          <p:cNvSpPr/>
          <p:nvPr/>
        </p:nvSpPr>
        <p:spPr>
          <a:xfrm>
            <a:off x="6240779" y="2075688"/>
            <a:ext cx="5326380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5" name="R185"/>
          <p:cNvSpPr/>
          <p:nvPr/>
        </p:nvSpPr>
        <p:spPr>
          <a:xfrm>
            <a:off x="6240779" y="2075688"/>
            <a:ext cx="5326380" cy="54864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86" name="R186"/>
          <p:cNvSpPr/>
          <p:nvPr/>
        </p:nvSpPr>
        <p:spPr>
          <a:xfrm>
            <a:off x="6240779" y="2075688"/>
            <a:ext cx="5326380" cy="384048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187" name="TB187"/>
          <p:cNvSpPr txBox="1"/>
          <p:nvPr/>
        </p:nvSpPr>
        <p:spPr>
          <a:xfrm>
            <a:off x="6350507" y="2075688"/>
            <a:ext cx="5106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Why a star schema</a:t>
            </a:r>
          </a:p>
        </p:txBody>
      </p:sp>
      <p:sp>
        <p:nvSpPr>
          <p:cNvPr id="188" name="BL188"/>
          <p:cNvSpPr txBox="1"/>
          <p:nvPr/>
        </p:nvSpPr>
        <p:spPr>
          <a:xfrm>
            <a:off x="6377940" y="2606040"/>
            <a:ext cx="5052060" cy="2569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Analyst-facing, BI-ready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Stream + batch share the dims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Surrogate keys, late-arrival safe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100k batch sales + live events</a:t>
            </a:r>
          </a:p>
        </p:txBody>
      </p:sp>
      <p:sp>
        <p:nvSpPr>
          <p:cNvPr id="189" name="RR189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190" name="TB190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fct_sales_realtime is conformed to the same dimensions as the batch fact_sales, so streamed and historical sales sit in one model.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Automation, data quality, monitoring</a:t>
            </a:r>
          </a:p>
        </p:txBody>
      </p:sp>
    </p:spTree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orchestrates three pipelines on complementary schedules</a:t>
            </a:r>
          </a:p>
        </p:txBody>
      </p:sp>
      <p:sp>
        <p:nvSpPr>
          <p:cNvPr id="193" name="RR193"/>
          <p:cNvSpPr/>
          <p:nvPr/>
        </p:nvSpPr>
        <p:spPr>
          <a:xfrm>
            <a:off x="630936" y="2075688"/>
            <a:ext cx="10936224" cy="990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4" name="R194"/>
          <p:cNvSpPr/>
          <p:nvPr/>
        </p:nvSpPr>
        <p:spPr>
          <a:xfrm>
            <a:off x="630936" y="2075688"/>
            <a:ext cx="73152" cy="990600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195" name="O195"/>
          <p:cNvSpPr/>
          <p:nvPr/>
        </p:nvSpPr>
        <p:spPr>
          <a:xfrm>
            <a:off x="859536" y="2296668"/>
            <a:ext cx="548640" cy="548640"/>
          </a:xfrm>
          <a:prstGeom prst="ellipse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grpSp>
        <p:nvGrpSpPr>
          <p:cNvPr id="196" name="svg_Maple_leaf"/>
          <p:cNvGrpSpPr>
            <a:grpSpLocks noChangeAspect="1"/>
          </p:cNvGrpSpPr>
          <p:nvPr/>
        </p:nvGrpSpPr>
        <p:grpSpPr bwMode="auto">
          <a:xfrm>
            <a:off x="969264" y="2406396"/>
            <a:ext cx="347472" cy="347472"/>
            <a:chOff x="0" y="0"/>
            <a:chExt cx="10000" cy="10000"/>
          </a:xfrm>
        </p:grpSpPr>
        <p:sp>
          <p:nvSpPr>
            <p:cNvPr id="197" name="Path 11"/>
            <p:cNvSpPr/>
            <p:nvPr/>
          </p:nvSpPr>
          <p:spPr bwMode="auto">
            <a:xfrm>
              <a:off x="0" y="0"/>
              <a:ext cx="10000" cy="10000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7095" y="1285"/>
                  </a:moveTo>
                  <a:cubicBezTo>
                    <a:pt x="7104" y="1285"/>
                    <a:pt x="7117" y="1285"/>
                    <a:pt x="7126" y="1289"/>
                  </a:cubicBezTo>
                  <a:cubicBezTo>
                    <a:pt x="7178" y="1298"/>
                    <a:pt x="7226" y="1324"/>
                    <a:pt x="7252" y="1367"/>
                  </a:cubicBezTo>
                  <a:cubicBezTo>
                    <a:pt x="7286" y="1415"/>
                    <a:pt x="7291" y="1467"/>
                    <a:pt x="7278" y="1528"/>
                  </a:cubicBezTo>
                  <a:cubicBezTo>
                    <a:pt x="7278" y="1532"/>
                    <a:pt x="7278" y="1532"/>
                    <a:pt x="7278" y="1532"/>
                  </a:cubicBezTo>
                  <a:cubicBezTo>
                    <a:pt x="7269" y="1567"/>
                    <a:pt x="7260" y="1606"/>
                    <a:pt x="7247" y="1645"/>
                  </a:cubicBezTo>
                  <a:cubicBezTo>
                    <a:pt x="7221" y="1719"/>
                    <a:pt x="7199" y="1797"/>
                    <a:pt x="7174" y="1871"/>
                  </a:cubicBezTo>
                  <a:cubicBezTo>
                    <a:pt x="7134" y="1988"/>
                    <a:pt x="7095" y="2105"/>
                    <a:pt x="7056" y="2222"/>
                  </a:cubicBezTo>
                  <a:cubicBezTo>
                    <a:pt x="7035" y="2300"/>
                    <a:pt x="7039" y="2322"/>
                    <a:pt x="7039" y="2322"/>
                  </a:cubicBezTo>
                  <a:cubicBezTo>
                    <a:pt x="7039" y="2326"/>
                    <a:pt x="7052" y="2348"/>
                    <a:pt x="7121" y="2387"/>
                  </a:cubicBezTo>
                  <a:cubicBezTo>
                    <a:pt x="7178" y="2418"/>
                    <a:pt x="7278" y="2474"/>
                    <a:pt x="7295" y="2587"/>
                  </a:cubicBezTo>
                  <a:cubicBezTo>
                    <a:pt x="7312" y="2695"/>
                    <a:pt x="7243" y="2782"/>
                    <a:pt x="7199" y="2830"/>
                  </a:cubicBezTo>
                  <a:cubicBezTo>
                    <a:pt x="7108" y="2930"/>
                    <a:pt x="7056" y="2999"/>
                    <a:pt x="7043" y="3086"/>
                  </a:cubicBezTo>
                  <a:cubicBezTo>
                    <a:pt x="7035" y="3147"/>
                    <a:pt x="7061" y="3216"/>
                    <a:pt x="7104" y="3273"/>
                  </a:cubicBezTo>
                  <a:cubicBezTo>
                    <a:pt x="7152" y="3325"/>
                    <a:pt x="7213" y="3359"/>
                    <a:pt x="7269" y="3364"/>
                  </a:cubicBezTo>
                  <a:cubicBezTo>
                    <a:pt x="7278" y="3364"/>
                    <a:pt x="7286" y="3364"/>
                    <a:pt x="7291" y="3364"/>
                  </a:cubicBezTo>
                  <a:cubicBezTo>
                    <a:pt x="7373" y="3364"/>
                    <a:pt x="7456" y="3346"/>
                    <a:pt x="7577" y="3299"/>
                  </a:cubicBezTo>
                  <a:cubicBezTo>
                    <a:pt x="7577" y="3299"/>
                    <a:pt x="7669" y="3264"/>
                    <a:pt x="7747" y="3264"/>
                  </a:cubicBezTo>
                  <a:cubicBezTo>
                    <a:pt x="7790" y="3264"/>
                    <a:pt x="7825" y="3273"/>
                    <a:pt x="7842" y="3307"/>
                  </a:cubicBezTo>
                  <a:cubicBezTo>
                    <a:pt x="7912" y="3381"/>
                    <a:pt x="7764" y="3581"/>
                    <a:pt x="7764" y="3581"/>
                  </a:cubicBezTo>
                  <a:cubicBezTo>
                    <a:pt x="7738" y="3607"/>
                    <a:pt x="7712" y="3633"/>
                    <a:pt x="7690" y="3659"/>
                  </a:cubicBezTo>
                  <a:cubicBezTo>
                    <a:pt x="7634" y="3715"/>
                    <a:pt x="7577" y="3776"/>
                    <a:pt x="7521" y="3832"/>
                  </a:cubicBezTo>
                  <a:cubicBezTo>
                    <a:pt x="7312" y="4054"/>
                    <a:pt x="7091" y="4293"/>
                    <a:pt x="6917" y="4566"/>
                  </a:cubicBezTo>
                  <a:cubicBezTo>
                    <a:pt x="6878" y="4631"/>
                    <a:pt x="6856" y="4679"/>
                    <a:pt x="6839" y="4722"/>
                  </a:cubicBezTo>
                  <a:cubicBezTo>
                    <a:pt x="6830" y="4748"/>
                    <a:pt x="6826" y="4787"/>
                    <a:pt x="6843" y="4818"/>
                  </a:cubicBezTo>
                  <a:cubicBezTo>
                    <a:pt x="6861" y="4844"/>
                    <a:pt x="6891" y="4865"/>
                    <a:pt x="6935" y="4874"/>
                  </a:cubicBezTo>
                  <a:cubicBezTo>
                    <a:pt x="6961" y="4878"/>
                    <a:pt x="6991" y="4883"/>
                    <a:pt x="7026" y="4883"/>
                  </a:cubicBezTo>
                  <a:cubicBezTo>
                    <a:pt x="7074" y="4883"/>
                    <a:pt x="7130" y="4878"/>
                    <a:pt x="7187" y="4870"/>
                  </a:cubicBezTo>
                  <a:cubicBezTo>
                    <a:pt x="7204" y="4870"/>
                    <a:pt x="7226" y="4865"/>
                    <a:pt x="7247" y="4865"/>
                  </a:cubicBezTo>
                  <a:cubicBezTo>
                    <a:pt x="7269" y="4861"/>
                    <a:pt x="7291" y="4857"/>
                    <a:pt x="7312" y="4857"/>
                  </a:cubicBezTo>
                  <a:cubicBezTo>
                    <a:pt x="7373" y="4848"/>
                    <a:pt x="7434" y="4839"/>
                    <a:pt x="7499" y="4839"/>
                  </a:cubicBezTo>
                  <a:cubicBezTo>
                    <a:pt x="7512" y="4839"/>
                    <a:pt x="7521" y="4839"/>
                    <a:pt x="7534" y="4839"/>
                  </a:cubicBezTo>
                  <a:cubicBezTo>
                    <a:pt x="7621" y="4844"/>
                    <a:pt x="7686" y="4874"/>
                    <a:pt x="7734" y="4930"/>
                  </a:cubicBezTo>
                  <a:cubicBezTo>
                    <a:pt x="7764" y="4970"/>
                    <a:pt x="7795" y="5035"/>
                    <a:pt x="7777" y="5135"/>
                  </a:cubicBezTo>
                  <a:cubicBezTo>
                    <a:pt x="7773" y="5156"/>
                    <a:pt x="7773" y="5178"/>
                    <a:pt x="7834" y="5226"/>
                  </a:cubicBezTo>
                  <a:cubicBezTo>
                    <a:pt x="7986" y="5339"/>
                    <a:pt x="8164" y="5421"/>
                    <a:pt x="8355" y="5504"/>
                  </a:cubicBezTo>
                  <a:cubicBezTo>
                    <a:pt x="8377" y="5512"/>
                    <a:pt x="8398" y="5521"/>
                    <a:pt x="8416" y="5529"/>
                  </a:cubicBezTo>
                  <a:cubicBezTo>
                    <a:pt x="8459" y="5551"/>
                    <a:pt x="8507" y="5569"/>
                    <a:pt x="8550" y="5586"/>
                  </a:cubicBezTo>
                  <a:cubicBezTo>
                    <a:pt x="8698" y="5651"/>
                    <a:pt x="8850" y="5712"/>
                    <a:pt x="8993" y="5807"/>
                  </a:cubicBezTo>
                  <a:cubicBezTo>
                    <a:pt x="9041" y="5842"/>
                    <a:pt x="9097" y="5877"/>
                    <a:pt x="9145" y="5933"/>
                  </a:cubicBezTo>
                  <a:cubicBezTo>
                    <a:pt x="9150" y="5938"/>
                    <a:pt x="9150" y="5938"/>
                    <a:pt x="9150" y="5938"/>
                  </a:cubicBezTo>
                  <a:cubicBezTo>
                    <a:pt x="9254" y="6050"/>
                    <a:pt x="9215" y="6155"/>
                    <a:pt x="9189" y="6198"/>
                  </a:cubicBezTo>
                  <a:cubicBezTo>
                    <a:pt x="9154" y="6259"/>
                    <a:pt x="9089" y="6298"/>
                    <a:pt x="9019" y="6298"/>
                  </a:cubicBezTo>
                  <a:cubicBezTo>
                    <a:pt x="8985" y="6298"/>
                    <a:pt x="8963" y="6289"/>
                    <a:pt x="8950" y="6285"/>
                  </a:cubicBezTo>
                  <a:cubicBezTo>
                    <a:pt x="8950" y="6285"/>
                    <a:pt x="8950" y="6285"/>
                    <a:pt x="8950" y="6285"/>
                  </a:cubicBezTo>
                  <a:cubicBezTo>
                    <a:pt x="8850" y="6272"/>
                    <a:pt x="8733" y="6254"/>
                    <a:pt x="8624" y="6254"/>
                  </a:cubicBezTo>
                  <a:cubicBezTo>
                    <a:pt x="8602" y="6254"/>
                    <a:pt x="8585" y="6254"/>
                    <a:pt x="8568" y="6254"/>
                  </a:cubicBezTo>
                  <a:cubicBezTo>
                    <a:pt x="8429" y="6263"/>
                    <a:pt x="8329" y="6289"/>
                    <a:pt x="8255" y="6345"/>
                  </a:cubicBezTo>
                  <a:cubicBezTo>
                    <a:pt x="8186" y="6393"/>
                    <a:pt x="8159" y="6441"/>
                    <a:pt x="8159" y="6515"/>
                  </a:cubicBezTo>
                  <a:cubicBezTo>
                    <a:pt x="8164" y="6606"/>
                    <a:pt x="8168" y="6714"/>
                    <a:pt x="8086" y="6797"/>
                  </a:cubicBezTo>
                  <a:cubicBezTo>
                    <a:pt x="8016" y="6866"/>
                    <a:pt x="7921" y="6875"/>
                    <a:pt x="7821" y="6884"/>
                  </a:cubicBezTo>
                  <a:cubicBezTo>
                    <a:pt x="7725" y="6892"/>
                    <a:pt x="7625" y="6901"/>
                    <a:pt x="7538" y="6936"/>
                  </a:cubicBezTo>
                  <a:cubicBezTo>
                    <a:pt x="7317" y="7018"/>
                    <a:pt x="7234" y="7179"/>
                    <a:pt x="7299" y="7409"/>
                  </a:cubicBezTo>
                  <a:cubicBezTo>
                    <a:pt x="7312" y="7461"/>
                    <a:pt x="7339" y="7517"/>
                    <a:pt x="7369" y="7591"/>
                  </a:cubicBezTo>
                  <a:cubicBezTo>
                    <a:pt x="7386" y="7630"/>
                    <a:pt x="7386" y="7630"/>
                    <a:pt x="7386" y="7630"/>
                  </a:cubicBezTo>
                  <a:cubicBezTo>
                    <a:pt x="7556" y="8025"/>
                    <a:pt x="7556" y="8025"/>
                    <a:pt x="7556" y="8025"/>
                  </a:cubicBezTo>
                  <a:cubicBezTo>
                    <a:pt x="7160" y="7860"/>
                    <a:pt x="7160" y="7860"/>
                    <a:pt x="7160" y="7860"/>
                  </a:cubicBezTo>
                  <a:cubicBezTo>
                    <a:pt x="7047" y="7812"/>
                    <a:pt x="6956" y="7752"/>
                    <a:pt x="6887" y="7669"/>
                  </a:cubicBezTo>
                  <a:cubicBezTo>
                    <a:pt x="6843" y="7622"/>
                    <a:pt x="6791" y="7600"/>
                    <a:pt x="6718" y="7600"/>
                  </a:cubicBezTo>
                  <a:cubicBezTo>
                    <a:pt x="6691" y="7600"/>
                    <a:pt x="6665" y="7604"/>
                    <a:pt x="6635" y="7609"/>
                  </a:cubicBezTo>
                  <a:cubicBezTo>
                    <a:pt x="6583" y="7617"/>
                    <a:pt x="6526" y="7617"/>
                    <a:pt x="6470" y="7617"/>
                  </a:cubicBezTo>
                  <a:cubicBezTo>
                    <a:pt x="6305" y="7617"/>
                    <a:pt x="6140" y="7587"/>
                    <a:pt x="5966" y="7517"/>
                  </a:cubicBezTo>
                  <a:cubicBezTo>
                    <a:pt x="5936" y="7504"/>
                    <a:pt x="5905" y="7491"/>
                    <a:pt x="5875" y="7483"/>
                  </a:cubicBezTo>
                  <a:cubicBezTo>
                    <a:pt x="5840" y="7470"/>
                    <a:pt x="5805" y="7452"/>
                    <a:pt x="5771" y="7439"/>
                  </a:cubicBezTo>
                  <a:cubicBezTo>
                    <a:pt x="5719" y="7422"/>
                    <a:pt x="5679" y="7409"/>
                    <a:pt x="5645" y="7409"/>
                  </a:cubicBezTo>
                  <a:cubicBezTo>
                    <a:pt x="5614" y="7409"/>
                    <a:pt x="5549" y="7409"/>
                    <a:pt x="5441" y="7574"/>
                  </a:cubicBezTo>
                  <a:cubicBezTo>
                    <a:pt x="5397" y="7630"/>
                    <a:pt x="5354" y="7730"/>
                    <a:pt x="5432" y="7912"/>
                  </a:cubicBezTo>
                  <a:cubicBezTo>
                    <a:pt x="5480" y="8021"/>
                    <a:pt x="5554" y="8121"/>
                    <a:pt x="5671" y="8238"/>
                  </a:cubicBezTo>
                  <a:cubicBezTo>
                    <a:pt x="5675" y="8238"/>
                    <a:pt x="5675" y="8242"/>
                    <a:pt x="5679" y="8242"/>
                  </a:cubicBezTo>
                  <a:cubicBezTo>
                    <a:pt x="5701" y="8264"/>
                    <a:pt x="5753" y="8307"/>
                    <a:pt x="5775" y="8385"/>
                  </a:cubicBezTo>
                  <a:cubicBezTo>
                    <a:pt x="5810" y="8507"/>
                    <a:pt x="5810" y="8507"/>
                    <a:pt x="5810" y="8507"/>
                  </a:cubicBezTo>
                  <a:cubicBezTo>
                    <a:pt x="5706" y="8576"/>
                    <a:pt x="5706" y="8576"/>
                    <a:pt x="5706" y="8576"/>
                  </a:cubicBezTo>
                  <a:cubicBezTo>
                    <a:pt x="5662" y="8607"/>
                    <a:pt x="5614" y="8620"/>
                    <a:pt x="5562" y="8620"/>
                  </a:cubicBezTo>
                  <a:cubicBezTo>
                    <a:pt x="5532" y="8620"/>
                    <a:pt x="5506" y="8615"/>
                    <a:pt x="5488" y="8611"/>
                  </a:cubicBezTo>
                  <a:cubicBezTo>
                    <a:pt x="5484" y="8611"/>
                    <a:pt x="5480" y="8607"/>
                    <a:pt x="5480" y="8607"/>
                  </a:cubicBezTo>
                  <a:cubicBezTo>
                    <a:pt x="4919" y="8507"/>
                    <a:pt x="4424" y="8225"/>
                    <a:pt x="4003" y="7769"/>
                  </a:cubicBezTo>
                  <a:cubicBezTo>
                    <a:pt x="3903" y="7656"/>
                    <a:pt x="3821" y="7552"/>
                    <a:pt x="3755" y="7444"/>
                  </a:cubicBezTo>
                  <a:cubicBezTo>
                    <a:pt x="3642" y="7261"/>
                    <a:pt x="3595" y="7075"/>
                    <a:pt x="3612" y="6884"/>
                  </a:cubicBezTo>
                  <a:cubicBezTo>
                    <a:pt x="3130" y="7300"/>
                    <a:pt x="2618" y="7656"/>
                    <a:pt x="2127" y="7982"/>
                  </a:cubicBezTo>
                  <a:cubicBezTo>
                    <a:pt x="1896" y="8134"/>
                    <a:pt x="1666" y="8286"/>
                    <a:pt x="1414" y="8451"/>
                  </a:cubicBezTo>
                  <a:cubicBezTo>
                    <a:pt x="1336" y="8503"/>
                    <a:pt x="1289" y="8546"/>
                    <a:pt x="1258" y="8598"/>
                  </a:cubicBezTo>
                  <a:cubicBezTo>
                    <a:pt x="1193" y="8702"/>
                    <a:pt x="1110" y="8715"/>
                    <a:pt x="1067" y="8715"/>
                  </a:cubicBezTo>
                  <a:cubicBezTo>
                    <a:pt x="1067" y="8715"/>
                    <a:pt x="1067" y="8715"/>
                    <a:pt x="1067" y="8715"/>
                  </a:cubicBezTo>
                  <a:cubicBezTo>
                    <a:pt x="1015" y="8715"/>
                    <a:pt x="945" y="8698"/>
                    <a:pt x="880" y="8615"/>
                  </a:cubicBezTo>
                  <a:cubicBezTo>
                    <a:pt x="837" y="8555"/>
                    <a:pt x="776" y="8463"/>
                    <a:pt x="802" y="8351"/>
                  </a:cubicBezTo>
                  <a:cubicBezTo>
                    <a:pt x="824" y="8238"/>
                    <a:pt x="915" y="8177"/>
                    <a:pt x="985" y="8142"/>
                  </a:cubicBezTo>
                  <a:cubicBezTo>
                    <a:pt x="1910" y="7639"/>
                    <a:pt x="2700" y="7092"/>
                    <a:pt x="3404" y="6476"/>
                  </a:cubicBezTo>
                  <a:cubicBezTo>
                    <a:pt x="3364" y="6476"/>
                    <a:pt x="3325" y="6480"/>
                    <a:pt x="3291" y="6484"/>
                  </a:cubicBezTo>
                  <a:cubicBezTo>
                    <a:pt x="3256" y="6484"/>
                    <a:pt x="3221" y="6484"/>
                    <a:pt x="3187" y="6484"/>
                  </a:cubicBezTo>
                  <a:cubicBezTo>
                    <a:pt x="2826" y="6484"/>
                    <a:pt x="2500" y="6354"/>
                    <a:pt x="2214" y="6094"/>
                  </a:cubicBezTo>
                  <a:cubicBezTo>
                    <a:pt x="1918" y="5820"/>
                    <a:pt x="1692" y="5569"/>
                    <a:pt x="1510" y="5304"/>
                  </a:cubicBezTo>
                  <a:cubicBezTo>
                    <a:pt x="1510" y="5299"/>
                    <a:pt x="1506" y="5295"/>
                    <a:pt x="1501" y="5291"/>
                  </a:cubicBezTo>
                  <a:cubicBezTo>
                    <a:pt x="1414" y="5187"/>
                    <a:pt x="1401" y="5087"/>
                    <a:pt x="1462" y="4996"/>
                  </a:cubicBezTo>
                  <a:cubicBezTo>
                    <a:pt x="1501" y="4926"/>
                    <a:pt x="1571" y="4891"/>
                    <a:pt x="1653" y="4891"/>
                  </a:cubicBezTo>
                  <a:cubicBezTo>
                    <a:pt x="1692" y="4891"/>
                    <a:pt x="1723" y="4900"/>
                    <a:pt x="1749" y="4905"/>
                  </a:cubicBezTo>
                  <a:cubicBezTo>
                    <a:pt x="1753" y="4905"/>
                    <a:pt x="1758" y="4909"/>
                    <a:pt x="1762" y="4909"/>
                  </a:cubicBezTo>
                  <a:cubicBezTo>
                    <a:pt x="1788" y="4913"/>
                    <a:pt x="1810" y="4918"/>
                    <a:pt x="1836" y="4918"/>
                  </a:cubicBezTo>
                  <a:cubicBezTo>
                    <a:pt x="1992" y="4944"/>
                    <a:pt x="2144" y="4970"/>
                    <a:pt x="2296" y="4970"/>
                  </a:cubicBezTo>
                  <a:cubicBezTo>
                    <a:pt x="2309" y="4970"/>
                    <a:pt x="2322" y="4970"/>
                    <a:pt x="2335" y="4970"/>
                  </a:cubicBezTo>
                  <a:cubicBezTo>
                    <a:pt x="2444" y="4965"/>
                    <a:pt x="2496" y="4939"/>
                    <a:pt x="2509" y="4918"/>
                  </a:cubicBezTo>
                  <a:cubicBezTo>
                    <a:pt x="2522" y="4896"/>
                    <a:pt x="2526" y="4839"/>
                    <a:pt x="2487" y="4744"/>
                  </a:cubicBezTo>
                  <a:cubicBezTo>
                    <a:pt x="2383" y="4496"/>
                    <a:pt x="2201" y="4293"/>
                    <a:pt x="2027" y="4093"/>
                  </a:cubicBezTo>
                  <a:cubicBezTo>
                    <a:pt x="1979" y="4041"/>
                    <a:pt x="1927" y="3984"/>
                    <a:pt x="1879" y="3932"/>
                  </a:cubicBezTo>
                  <a:cubicBezTo>
                    <a:pt x="1844" y="3898"/>
                    <a:pt x="1814" y="3863"/>
                    <a:pt x="1784" y="3828"/>
                  </a:cubicBezTo>
                  <a:cubicBezTo>
                    <a:pt x="1779" y="3828"/>
                    <a:pt x="1779" y="3828"/>
                    <a:pt x="1779" y="3828"/>
                  </a:cubicBezTo>
                  <a:cubicBezTo>
                    <a:pt x="1666" y="3707"/>
                    <a:pt x="1723" y="3598"/>
                    <a:pt x="1740" y="3568"/>
                  </a:cubicBezTo>
                  <a:cubicBezTo>
                    <a:pt x="1779" y="3507"/>
                    <a:pt x="1840" y="3472"/>
                    <a:pt x="1910" y="3472"/>
                  </a:cubicBezTo>
                  <a:cubicBezTo>
                    <a:pt x="1944" y="3472"/>
                    <a:pt x="1975" y="3485"/>
                    <a:pt x="1992" y="3490"/>
                  </a:cubicBezTo>
                  <a:cubicBezTo>
                    <a:pt x="1996" y="3490"/>
                    <a:pt x="1996" y="3490"/>
                    <a:pt x="1996" y="3490"/>
                  </a:cubicBezTo>
                  <a:cubicBezTo>
                    <a:pt x="2023" y="3498"/>
                    <a:pt x="2053" y="3507"/>
                    <a:pt x="2079" y="3516"/>
                  </a:cubicBezTo>
                  <a:cubicBezTo>
                    <a:pt x="2174" y="3542"/>
                    <a:pt x="2261" y="3568"/>
                    <a:pt x="2353" y="3576"/>
                  </a:cubicBezTo>
                  <a:cubicBezTo>
                    <a:pt x="2361" y="3576"/>
                    <a:pt x="2374" y="3576"/>
                    <a:pt x="2383" y="3576"/>
                  </a:cubicBezTo>
                  <a:cubicBezTo>
                    <a:pt x="2487" y="3576"/>
                    <a:pt x="2531" y="3533"/>
                    <a:pt x="2535" y="3420"/>
                  </a:cubicBezTo>
                  <a:cubicBezTo>
                    <a:pt x="2539" y="3333"/>
                    <a:pt x="2531" y="3242"/>
                    <a:pt x="2509" y="3155"/>
                  </a:cubicBezTo>
                  <a:cubicBezTo>
                    <a:pt x="2470" y="2999"/>
                    <a:pt x="2526" y="2856"/>
                    <a:pt x="2652" y="2765"/>
                  </a:cubicBezTo>
                  <a:cubicBezTo>
                    <a:pt x="2657" y="2765"/>
                    <a:pt x="2661" y="2760"/>
                    <a:pt x="2665" y="2756"/>
                  </a:cubicBezTo>
                  <a:cubicBezTo>
                    <a:pt x="2674" y="2747"/>
                    <a:pt x="2687" y="2734"/>
                    <a:pt x="2709" y="2726"/>
                  </a:cubicBezTo>
                  <a:cubicBezTo>
                    <a:pt x="2861" y="2626"/>
                    <a:pt x="2908" y="2500"/>
                    <a:pt x="2865" y="2296"/>
                  </a:cubicBezTo>
                  <a:cubicBezTo>
                    <a:pt x="2852" y="2222"/>
                    <a:pt x="2835" y="2148"/>
                    <a:pt x="2817" y="2079"/>
                  </a:cubicBezTo>
                  <a:cubicBezTo>
                    <a:pt x="2804" y="2027"/>
                    <a:pt x="2796" y="1975"/>
                    <a:pt x="2782" y="1923"/>
                  </a:cubicBezTo>
                  <a:cubicBezTo>
                    <a:pt x="2782" y="1918"/>
                    <a:pt x="2782" y="1918"/>
                    <a:pt x="2782" y="1918"/>
                  </a:cubicBezTo>
                  <a:cubicBezTo>
                    <a:pt x="2726" y="1736"/>
                    <a:pt x="2856" y="1667"/>
                    <a:pt x="2882" y="1654"/>
                  </a:cubicBezTo>
                  <a:cubicBezTo>
                    <a:pt x="2908" y="1641"/>
                    <a:pt x="2939" y="1636"/>
                    <a:pt x="2965" y="1636"/>
                  </a:cubicBezTo>
                  <a:cubicBezTo>
                    <a:pt x="3069" y="1636"/>
                    <a:pt x="3126" y="1710"/>
                    <a:pt x="3143" y="1736"/>
                  </a:cubicBezTo>
                  <a:cubicBezTo>
                    <a:pt x="3147" y="1740"/>
                    <a:pt x="3147" y="1740"/>
                    <a:pt x="3147" y="1740"/>
                  </a:cubicBezTo>
                  <a:cubicBezTo>
                    <a:pt x="3260" y="1879"/>
                    <a:pt x="3360" y="2031"/>
                    <a:pt x="3456" y="2174"/>
                  </a:cubicBezTo>
                  <a:cubicBezTo>
                    <a:pt x="3482" y="2214"/>
                    <a:pt x="3508" y="2253"/>
                    <a:pt x="3534" y="2292"/>
                  </a:cubicBezTo>
                  <a:cubicBezTo>
                    <a:pt x="3556" y="2322"/>
                    <a:pt x="3577" y="2357"/>
                    <a:pt x="3599" y="2387"/>
                  </a:cubicBezTo>
                  <a:cubicBezTo>
                    <a:pt x="3634" y="2444"/>
                    <a:pt x="3669" y="2491"/>
                    <a:pt x="3703" y="2539"/>
                  </a:cubicBezTo>
                  <a:cubicBezTo>
                    <a:pt x="3781" y="2652"/>
                    <a:pt x="3847" y="2665"/>
                    <a:pt x="3890" y="2665"/>
                  </a:cubicBezTo>
                  <a:cubicBezTo>
                    <a:pt x="3929" y="2665"/>
                    <a:pt x="3973" y="2656"/>
                    <a:pt x="4020" y="2635"/>
                  </a:cubicBezTo>
                  <a:cubicBezTo>
                    <a:pt x="4068" y="2617"/>
                    <a:pt x="4107" y="2609"/>
                    <a:pt x="4146" y="2609"/>
                  </a:cubicBezTo>
                  <a:cubicBezTo>
                    <a:pt x="4190" y="2609"/>
                    <a:pt x="4337" y="2626"/>
                    <a:pt x="4372" y="2826"/>
                  </a:cubicBezTo>
                  <a:cubicBezTo>
                    <a:pt x="4390" y="2947"/>
                    <a:pt x="4420" y="3043"/>
                    <a:pt x="4455" y="3125"/>
                  </a:cubicBezTo>
                  <a:cubicBezTo>
                    <a:pt x="4502" y="3229"/>
                    <a:pt x="4524" y="3242"/>
                    <a:pt x="4546" y="3242"/>
                  </a:cubicBezTo>
                  <a:cubicBezTo>
                    <a:pt x="4550" y="3242"/>
                    <a:pt x="4555" y="3242"/>
                    <a:pt x="4559" y="3242"/>
                  </a:cubicBezTo>
                  <a:cubicBezTo>
                    <a:pt x="4576" y="3242"/>
                    <a:pt x="4620" y="3242"/>
                    <a:pt x="4680" y="3155"/>
                  </a:cubicBezTo>
                  <a:cubicBezTo>
                    <a:pt x="4772" y="3025"/>
                    <a:pt x="4806" y="2869"/>
                    <a:pt x="4832" y="2704"/>
                  </a:cubicBezTo>
                  <a:cubicBezTo>
                    <a:pt x="4850" y="2600"/>
                    <a:pt x="4859" y="2496"/>
                    <a:pt x="4863" y="2383"/>
                  </a:cubicBezTo>
                  <a:cubicBezTo>
                    <a:pt x="4867" y="2318"/>
                    <a:pt x="4872" y="2248"/>
                    <a:pt x="4880" y="2179"/>
                  </a:cubicBezTo>
                  <a:cubicBezTo>
                    <a:pt x="4876" y="2018"/>
                    <a:pt x="4998" y="1975"/>
                    <a:pt x="5024" y="1966"/>
                  </a:cubicBezTo>
                  <a:cubicBezTo>
                    <a:pt x="5041" y="1962"/>
                    <a:pt x="5063" y="1957"/>
                    <a:pt x="5080" y="1957"/>
                  </a:cubicBezTo>
                  <a:cubicBezTo>
                    <a:pt x="5154" y="1957"/>
                    <a:pt x="5215" y="1997"/>
                    <a:pt x="5262" y="2066"/>
                  </a:cubicBezTo>
                  <a:cubicBezTo>
                    <a:pt x="5262" y="2070"/>
                    <a:pt x="5262" y="2070"/>
                    <a:pt x="5262" y="2070"/>
                  </a:cubicBezTo>
                  <a:cubicBezTo>
                    <a:pt x="5315" y="2140"/>
                    <a:pt x="5367" y="2218"/>
                    <a:pt x="5432" y="2279"/>
                  </a:cubicBezTo>
                  <a:cubicBezTo>
                    <a:pt x="5471" y="2313"/>
                    <a:pt x="5514" y="2335"/>
                    <a:pt x="5554" y="2335"/>
                  </a:cubicBezTo>
                  <a:cubicBezTo>
                    <a:pt x="5588" y="2335"/>
                    <a:pt x="5627" y="2318"/>
                    <a:pt x="5666" y="2283"/>
                  </a:cubicBezTo>
                  <a:cubicBezTo>
                    <a:pt x="5723" y="2235"/>
                    <a:pt x="5771" y="2170"/>
                    <a:pt x="5814" y="2109"/>
                  </a:cubicBezTo>
                  <a:cubicBezTo>
                    <a:pt x="5888" y="1997"/>
                    <a:pt x="5988" y="1970"/>
                    <a:pt x="6057" y="1970"/>
                  </a:cubicBezTo>
                  <a:cubicBezTo>
                    <a:pt x="6083" y="1970"/>
                    <a:pt x="6105" y="1975"/>
                    <a:pt x="6131" y="1979"/>
                  </a:cubicBezTo>
                  <a:cubicBezTo>
                    <a:pt x="6157" y="1984"/>
                    <a:pt x="6183" y="1988"/>
                    <a:pt x="6205" y="1988"/>
                  </a:cubicBezTo>
                  <a:cubicBezTo>
                    <a:pt x="6288" y="1988"/>
                    <a:pt x="6370" y="1953"/>
                    <a:pt x="6448" y="1888"/>
                  </a:cubicBezTo>
                  <a:cubicBezTo>
                    <a:pt x="6605" y="1762"/>
                    <a:pt x="6735" y="1606"/>
                    <a:pt x="6874" y="1437"/>
                  </a:cubicBezTo>
                  <a:cubicBezTo>
                    <a:pt x="6895" y="1411"/>
                    <a:pt x="6895" y="1411"/>
                    <a:pt x="6895" y="1411"/>
                  </a:cubicBezTo>
                  <a:cubicBezTo>
                    <a:pt x="6900" y="1406"/>
                    <a:pt x="6900" y="1402"/>
                    <a:pt x="6904" y="1398"/>
                  </a:cubicBezTo>
                  <a:cubicBezTo>
                    <a:pt x="6917" y="1385"/>
                    <a:pt x="6930" y="1367"/>
                    <a:pt x="6948" y="1350"/>
                  </a:cubicBezTo>
                  <a:cubicBezTo>
                    <a:pt x="6965" y="1328"/>
                    <a:pt x="7017" y="1285"/>
                    <a:pt x="7095" y="1285"/>
                  </a:cubicBezTo>
                  <a:moveTo>
                    <a:pt x="7095" y="1111"/>
                  </a:moveTo>
                  <a:cubicBezTo>
                    <a:pt x="6952" y="1111"/>
                    <a:pt x="6856" y="1194"/>
                    <a:pt x="6822" y="1228"/>
                  </a:cubicBezTo>
                  <a:cubicBezTo>
                    <a:pt x="6800" y="1250"/>
                    <a:pt x="6783" y="1272"/>
                    <a:pt x="6770" y="1289"/>
                  </a:cubicBezTo>
                  <a:cubicBezTo>
                    <a:pt x="6770" y="1289"/>
                    <a:pt x="6770" y="1289"/>
                    <a:pt x="6770" y="1289"/>
                  </a:cubicBezTo>
                  <a:cubicBezTo>
                    <a:pt x="6765" y="1293"/>
                    <a:pt x="6761" y="1298"/>
                    <a:pt x="6761" y="1298"/>
                  </a:cubicBezTo>
                  <a:cubicBezTo>
                    <a:pt x="6739" y="1328"/>
                    <a:pt x="6739" y="1328"/>
                    <a:pt x="6739" y="1328"/>
                  </a:cubicBezTo>
                  <a:cubicBezTo>
                    <a:pt x="6605" y="1489"/>
                    <a:pt x="6483" y="1636"/>
                    <a:pt x="6340" y="1753"/>
                  </a:cubicBezTo>
                  <a:cubicBezTo>
                    <a:pt x="6274" y="1806"/>
                    <a:pt x="6231" y="1814"/>
                    <a:pt x="6205" y="1814"/>
                  </a:cubicBezTo>
                  <a:cubicBezTo>
                    <a:pt x="6196" y="1814"/>
                    <a:pt x="6179" y="1810"/>
                    <a:pt x="6166" y="1810"/>
                  </a:cubicBezTo>
                  <a:cubicBezTo>
                    <a:pt x="6131" y="1801"/>
                    <a:pt x="6092" y="1797"/>
                    <a:pt x="6057" y="1797"/>
                  </a:cubicBezTo>
                  <a:cubicBezTo>
                    <a:pt x="5901" y="1797"/>
                    <a:pt x="5762" y="1875"/>
                    <a:pt x="5671" y="2010"/>
                  </a:cubicBezTo>
                  <a:cubicBezTo>
                    <a:pt x="5636" y="2066"/>
                    <a:pt x="5597" y="2118"/>
                    <a:pt x="5554" y="2153"/>
                  </a:cubicBezTo>
                  <a:cubicBezTo>
                    <a:pt x="5554" y="2153"/>
                    <a:pt x="5554" y="2153"/>
                    <a:pt x="5554" y="2153"/>
                  </a:cubicBezTo>
                  <a:cubicBezTo>
                    <a:pt x="5554" y="2153"/>
                    <a:pt x="5554" y="2153"/>
                    <a:pt x="5554" y="2153"/>
                  </a:cubicBezTo>
                  <a:cubicBezTo>
                    <a:pt x="5497" y="2101"/>
                    <a:pt x="5449" y="2036"/>
                    <a:pt x="5406" y="1975"/>
                  </a:cubicBezTo>
                  <a:cubicBezTo>
                    <a:pt x="5328" y="1853"/>
                    <a:pt x="5215" y="1784"/>
                    <a:pt x="5080" y="1784"/>
                  </a:cubicBezTo>
                  <a:cubicBezTo>
                    <a:pt x="5045" y="1784"/>
                    <a:pt x="5011" y="1793"/>
                    <a:pt x="4976" y="1801"/>
                  </a:cubicBezTo>
                  <a:cubicBezTo>
                    <a:pt x="4850" y="1836"/>
                    <a:pt x="4707" y="1953"/>
                    <a:pt x="4707" y="2170"/>
                  </a:cubicBezTo>
                  <a:cubicBezTo>
                    <a:pt x="4698" y="2240"/>
                    <a:pt x="4694" y="2309"/>
                    <a:pt x="4689" y="2374"/>
                  </a:cubicBezTo>
                  <a:cubicBezTo>
                    <a:pt x="4685" y="2483"/>
                    <a:pt x="4676" y="2582"/>
                    <a:pt x="4663" y="2674"/>
                  </a:cubicBezTo>
                  <a:cubicBezTo>
                    <a:pt x="4641" y="2782"/>
                    <a:pt x="4624" y="2886"/>
                    <a:pt x="4585" y="2973"/>
                  </a:cubicBezTo>
                  <a:cubicBezTo>
                    <a:pt x="4568" y="2921"/>
                    <a:pt x="4555" y="2865"/>
                    <a:pt x="4542" y="2795"/>
                  </a:cubicBezTo>
                  <a:cubicBezTo>
                    <a:pt x="4498" y="2530"/>
                    <a:pt x="4298" y="2435"/>
                    <a:pt x="4146" y="2435"/>
                  </a:cubicBezTo>
                  <a:cubicBezTo>
                    <a:pt x="4086" y="2435"/>
                    <a:pt x="4025" y="2448"/>
                    <a:pt x="3955" y="2474"/>
                  </a:cubicBezTo>
                  <a:cubicBezTo>
                    <a:pt x="3920" y="2491"/>
                    <a:pt x="3899" y="2491"/>
                    <a:pt x="3894" y="2491"/>
                  </a:cubicBezTo>
                  <a:cubicBezTo>
                    <a:pt x="3886" y="2491"/>
                    <a:pt x="3868" y="2478"/>
                    <a:pt x="3842" y="2439"/>
                  </a:cubicBezTo>
                  <a:cubicBezTo>
                    <a:pt x="3812" y="2391"/>
                    <a:pt x="3777" y="2344"/>
                    <a:pt x="3747" y="2296"/>
                  </a:cubicBezTo>
                  <a:cubicBezTo>
                    <a:pt x="3725" y="2261"/>
                    <a:pt x="3703" y="2227"/>
                    <a:pt x="3677" y="2192"/>
                  </a:cubicBezTo>
                  <a:cubicBezTo>
                    <a:pt x="3651" y="2157"/>
                    <a:pt x="3629" y="2118"/>
                    <a:pt x="3603" y="2083"/>
                  </a:cubicBezTo>
                  <a:cubicBezTo>
                    <a:pt x="3599" y="2079"/>
                    <a:pt x="3599" y="2079"/>
                    <a:pt x="3599" y="2079"/>
                  </a:cubicBezTo>
                  <a:cubicBezTo>
                    <a:pt x="3504" y="1931"/>
                    <a:pt x="3404" y="1780"/>
                    <a:pt x="3286" y="1636"/>
                  </a:cubicBezTo>
                  <a:cubicBezTo>
                    <a:pt x="3282" y="1636"/>
                    <a:pt x="3282" y="1636"/>
                    <a:pt x="3282" y="1636"/>
                  </a:cubicBezTo>
                  <a:cubicBezTo>
                    <a:pt x="3182" y="1493"/>
                    <a:pt x="3056" y="1463"/>
                    <a:pt x="2965" y="1463"/>
                  </a:cubicBezTo>
                  <a:cubicBezTo>
                    <a:pt x="2913" y="1463"/>
                    <a:pt x="2861" y="1471"/>
                    <a:pt x="2809" y="1497"/>
                  </a:cubicBezTo>
                  <a:cubicBezTo>
                    <a:pt x="2661" y="1567"/>
                    <a:pt x="2544" y="1736"/>
                    <a:pt x="2613" y="1966"/>
                  </a:cubicBezTo>
                  <a:cubicBezTo>
                    <a:pt x="2626" y="2018"/>
                    <a:pt x="2635" y="2070"/>
                    <a:pt x="2648" y="2118"/>
                  </a:cubicBezTo>
                  <a:cubicBezTo>
                    <a:pt x="2665" y="2187"/>
                    <a:pt x="2678" y="2261"/>
                    <a:pt x="2696" y="2331"/>
                  </a:cubicBezTo>
                  <a:cubicBezTo>
                    <a:pt x="2730" y="2491"/>
                    <a:pt x="2683" y="2535"/>
                    <a:pt x="2613" y="2578"/>
                  </a:cubicBezTo>
                  <a:cubicBezTo>
                    <a:pt x="2587" y="2595"/>
                    <a:pt x="2565" y="2613"/>
                    <a:pt x="2552" y="2622"/>
                  </a:cubicBezTo>
                  <a:cubicBezTo>
                    <a:pt x="2552" y="2626"/>
                    <a:pt x="2552" y="2626"/>
                    <a:pt x="2552" y="2626"/>
                  </a:cubicBezTo>
                  <a:cubicBezTo>
                    <a:pt x="2548" y="2626"/>
                    <a:pt x="2548" y="2626"/>
                    <a:pt x="2548" y="2626"/>
                  </a:cubicBezTo>
                  <a:cubicBezTo>
                    <a:pt x="2366" y="2760"/>
                    <a:pt x="2287" y="2973"/>
                    <a:pt x="2340" y="3199"/>
                  </a:cubicBezTo>
                  <a:cubicBezTo>
                    <a:pt x="2357" y="3264"/>
                    <a:pt x="2361" y="3333"/>
                    <a:pt x="2361" y="3403"/>
                  </a:cubicBezTo>
                  <a:cubicBezTo>
                    <a:pt x="2292" y="3394"/>
                    <a:pt x="2214" y="3372"/>
                    <a:pt x="2127" y="3346"/>
                  </a:cubicBezTo>
                  <a:cubicBezTo>
                    <a:pt x="2105" y="3342"/>
                    <a:pt x="2075" y="3333"/>
                    <a:pt x="2044" y="3325"/>
                  </a:cubicBezTo>
                  <a:cubicBezTo>
                    <a:pt x="2023" y="3316"/>
                    <a:pt x="1975" y="3299"/>
                    <a:pt x="1910" y="3299"/>
                  </a:cubicBezTo>
                  <a:cubicBezTo>
                    <a:pt x="1779" y="3299"/>
                    <a:pt x="1662" y="3364"/>
                    <a:pt x="1592" y="3472"/>
                  </a:cubicBezTo>
                  <a:cubicBezTo>
                    <a:pt x="1523" y="3589"/>
                    <a:pt x="1493" y="3780"/>
                    <a:pt x="1653" y="3950"/>
                  </a:cubicBezTo>
                  <a:cubicBezTo>
                    <a:pt x="1658" y="3950"/>
                    <a:pt x="1658" y="3950"/>
                    <a:pt x="1658" y="3950"/>
                  </a:cubicBezTo>
                  <a:cubicBezTo>
                    <a:pt x="1688" y="3984"/>
                    <a:pt x="1719" y="4019"/>
                    <a:pt x="1749" y="4049"/>
                  </a:cubicBezTo>
                  <a:cubicBezTo>
                    <a:pt x="1801" y="4102"/>
                    <a:pt x="1849" y="4158"/>
                    <a:pt x="1896" y="4210"/>
                  </a:cubicBezTo>
                  <a:cubicBezTo>
                    <a:pt x="2057" y="4392"/>
                    <a:pt x="2227" y="4579"/>
                    <a:pt x="2318" y="4796"/>
                  </a:cubicBezTo>
                  <a:cubicBezTo>
                    <a:pt x="2309" y="4796"/>
                    <a:pt x="2305" y="4796"/>
                    <a:pt x="2296" y="4796"/>
                  </a:cubicBezTo>
                  <a:cubicBezTo>
                    <a:pt x="2157" y="4796"/>
                    <a:pt x="2014" y="4774"/>
                    <a:pt x="1862" y="4748"/>
                  </a:cubicBezTo>
                  <a:cubicBezTo>
                    <a:pt x="1840" y="4744"/>
                    <a:pt x="1818" y="4740"/>
                    <a:pt x="1797" y="4740"/>
                  </a:cubicBezTo>
                  <a:cubicBezTo>
                    <a:pt x="1792" y="4735"/>
                    <a:pt x="1792" y="4735"/>
                    <a:pt x="1792" y="4735"/>
                  </a:cubicBezTo>
                  <a:cubicBezTo>
                    <a:pt x="1762" y="4731"/>
                    <a:pt x="1714" y="4718"/>
                    <a:pt x="1653" y="4718"/>
                  </a:cubicBezTo>
                  <a:cubicBezTo>
                    <a:pt x="1514" y="4718"/>
                    <a:pt x="1388" y="4787"/>
                    <a:pt x="1314" y="4900"/>
                  </a:cubicBezTo>
                  <a:cubicBezTo>
                    <a:pt x="1215" y="5056"/>
                    <a:pt x="1236" y="5239"/>
                    <a:pt x="1367" y="5399"/>
                  </a:cubicBezTo>
                  <a:cubicBezTo>
                    <a:pt x="1371" y="5404"/>
                    <a:pt x="1371" y="5404"/>
                    <a:pt x="1371" y="5404"/>
                  </a:cubicBezTo>
                  <a:cubicBezTo>
                    <a:pt x="1371" y="5404"/>
                    <a:pt x="1371" y="5404"/>
                    <a:pt x="1371" y="5404"/>
                  </a:cubicBezTo>
                  <a:cubicBezTo>
                    <a:pt x="1558" y="5681"/>
                    <a:pt x="1792" y="5938"/>
                    <a:pt x="2096" y="6220"/>
                  </a:cubicBezTo>
                  <a:cubicBezTo>
                    <a:pt x="2348" y="6450"/>
                    <a:pt x="2630" y="6593"/>
                    <a:pt x="2939" y="6641"/>
                  </a:cubicBezTo>
                  <a:cubicBezTo>
                    <a:pt x="2335" y="7131"/>
                    <a:pt x="1662" y="7574"/>
                    <a:pt x="898" y="7990"/>
                  </a:cubicBezTo>
                  <a:cubicBezTo>
                    <a:pt x="845" y="8021"/>
                    <a:pt x="672" y="8112"/>
                    <a:pt x="628" y="8316"/>
                  </a:cubicBezTo>
                  <a:cubicBezTo>
                    <a:pt x="589" y="8516"/>
                    <a:pt x="707" y="8672"/>
                    <a:pt x="741" y="8720"/>
                  </a:cubicBezTo>
                  <a:cubicBezTo>
                    <a:pt x="828" y="8828"/>
                    <a:pt x="941" y="8889"/>
                    <a:pt x="1067" y="8889"/>
                  </a:cubicBezTo>
                  <a:cubicBezTo>
                    <a:pt x="1202" y="8889"/>
                    <a:pt x="1328" y="8815"/>
                    <a:pt x="1406" y="8689"/>
                  </a:cubicBezTo>
                  <a:cubicBezTo>
                    <a:pt x="1414" y="8672"/>
                    <a:pt x="1441" y="8641"/>
                    <a:pt x="1510" y="8598"/>
                  </a:cubicBezTo>
                  <a:cubicBezTo>
                    <a:pt x="1762" y="8429"/>
                    <a:pt x="1992" y="8281"/>
                    <a:pt x="2222" y="8129"/>
                  </a:cubicBezTo>
                  <a:cubicBezTo>
                    <a:pt x="2626" y="7860"/>
                    <a:pt x="3052" y="7565"/>
                    <a:pt x="3469" y="7231"/>
                  </a:cubicBezTo>
                  <a:cubicBezTo>
                    <a:pt x="3499" y="7331"/>
                    <a:pt x="3547" y="7435"/>
                    <a:pt x="3608" y="7535"/>
                  </a:cubicBezTo>
                  <a:cubicBezTo>
                    <a:pt x="3682" y="7652"/>
                    <a:pt x="3769" y="7765"/>
                    <a:pt x="3877" y="7886"/>
                  </a:cubicBezTo>
                  <a:cubicBezTo>
                    <a:pt x="4320" y="8368"/>
                    <a:pt x="4850" y="8672"/>
                    <a:pt x="5449" y="8780"/>
                  </a:cubicBezTo>
                  <a:cubicBezTo>
                    <a:pt x="5449" y="8780"/>
                    <a:pt x="5449" y="8780"/>
                    <a:pt x="5454" y="8780"/>
                  </a:cubicBezTo>
                  <a:cubicBezTo>
                    <a:pt x="5454" y="8780"/>
                    <a:pt x="5454" y="8780"/>
                    <a:pt x="5454" y="8780"/>
                  </a:cubicBezTo>
                  <a:cubicBezTo>
                    <a:pt x="5475" y="8785"/>
                    <a:pt x="5514" y="8793"/>
                    <a:pt x="5562" y="8793"/>
                  </a:cubicBezTo>
                  <a:cubicBezTo>
                    <a:pt x="5649" y="8793"/>
                    <a:pt x="5727" y="8767"/>
                    <a:pt x="5801" y="8724"/>
                  </a:cubicBezTo>
                  <a:cubicBezTo>
                    <a:pt x="5905" y="8650"/>
                    <a:pt x="5905" y="8650"/>
                    <a:pt x="5905" y="8650"/>
                  </a:cubicBezTo>
                  <a:cubicBezTo>
                    <a:pt x="5970" y="8611"/>
                    <a:pt x="5996" y="8533"/>
                    <a:pt x="5975" y="8459"/>
                  </a:cubicBezTo>
                  <a:cubicBezTo>
                    <a:pt x="5940" y="8333"/>
                    <a:pt x="5940" y="8333"/>
                    <a:pt x="5940" y="8333"/>
                  </a:cubicBezTo>
                  <a:cubicBezTo>
                    <a:pt x="5905" y="8212"/>
                    <a:pt x="5823" y="8138"/>
                    <a:pt x="5792" y="8112"/>
                  </a:cubicBezTo>
                  <a:cubicBezTo>
                    <a:pt x="5792" y="8112"/>
                    <a:pt x="5792" y="8112"/>
                    <a:pt x="5792" y="8112"/>
                  </a:cubicBezTo>
                  <a:cubicBezTo>
                    <a:pt x="5692" y="8012"/>
                    <a:pt x="5627" y="7930"/>
                    <a:pt x="5593" y="7843"/>
                  </a:cubicBezTo>
                  <a:cubicBezTo>
                    <a:pt x="5540" y="7730"/>
                    <a:pt x="5571" y="7691"/>
                    <a:pt x="5584" y="7669"/>
                  </a:cubicBezTo>
                  <a:cubicBezTo>
                    <a:pt x="5619" y="7617"/>
                    <a:pt x="5640" y="7595"/>
                    <a:pt x="5653" y="7587"/>
                  </a:cubicBezTo>
                  <a:cubicBezTo>
                    <a:pt x="5662" y="7587"/>
                    <a:pt x="5679" y="7591"/>
                    <a:pt x="5706" y="7600"/>
                  </a:cubicBezTo>
                  <a:cubicBezTo>
                    <a:pt x="5740" y="7617"/>
                    <a:pt x="5775" y="7630"/>
                    <a:pt x="5814" y="7643"/>
                  </a:cubicBezTo>
                  <a:cubicBezTo>
                    <a:pt x="5844" y="7656"/>
                    <a:pt x="5871" y="7665"/>
                    <a:pt x="5901" y="7678"/>
                  </a:cubicBezTo>
                  <a:cubicBezTo>
                    <a:pt x="6096" y="7756"/>
                    <a:pt x="6283" y="7791"/>
                    <a:pt x="6470" y="7791"/>
                  </a:cubicBezTo>
                  <a:cubicBezTo>
                    <a:pt x="6535" y="7791"/>
                    <a:pt x="6596" y="7787"/>
                    <a:pt x="6657" y="7778"/>
                  </a:cubicBezTo>
                  <a:cubicBezTo>
                    <a:pt x="6683" y="7778"/>
                    <a:pt x="6700" y="7773"/>
                    <a:pt x="6718" y="7773"/>
                  </a:cubicBezTo>
                  <a:cubicBezTo>
                    <a:pt x="6748" y="7773"/>
                    <a:pt x="6748" y="7778"/>
                    <a:pt x="6757" y="7787"/>
                  </a:cubicBezTo>
                  <a:cubicBezTo>
                    <a:pt x="6843" y="7886"/>
                    <a:pt x="6952" y="7960"/>
                    <a:pt x="7091" y="8021"/>
                  </a:cubicBezTo>
                  <a:cubicBezTo>
                    <a:pt x="7486" y="8186"/>
                    <a:pt x="7486" y="8186"/>
                    <a:pt x="7486" y="8186"/>
                  </a:cubicBezTo>
                  <a:cubicBezTo>
                    <a:pt x="7508" y="8194"/>
                    <a:pt x="7534" y="8199"/>
                    <a:pt x="7556" y="8199"/>
                  </a:cubicBezTo>
                  <a:cubicBezTo>
                    <a:pt x="7599" y="8199"/>
                    <a:pt x="7647" y="8181"/>
                    <a:pt x="7677" y="8147"/>
                  </a:cubicBezTo>
                  <a:cubicBezTo>
                    <a:pt x="7729" y="8099"/>
                    <a:pt x="7742" y="8021"/>
                    <a:pt x="7716" y="7956"/>
                  </a:cubicBezTo>
                  <a:cubicBezTo>
                    <a:pt x="7547" y="7561"/>
                    <a:pt x="7547" y="7561"/>
                    <a:pt x="7547" y="7561"/>
                  </a:cubicBezTo>
                  <a:cubicBezTo>
                    <a:pt x="7530" y="7522"/>
                    <a:pt x="7530" y="7522"/>
                    <a:pt x="7530" y="7522"/>
                  </a:cubicBezTo>
                  <a:cubicBezTo>
                    <a:pt x="7499" y="7457"/>
                    <a:pt x="7477" y="7405"/>
                    <a:pt x="7464" y="7361"/>
                  </a:cubicBezTo>
                  <a:cubicBezTo>
                    <a:pt x="7425" y="7218"/>
                    <a:pt x="7460" y="7148"/>
                    <a:pt x="7599" y="7096"/>
                  </a:cubicBezTo>
                  <a:cubicBezTo>
                    <a:pt x="7664" y="7070"/>
                    <a:pt x="7751" y="7062"/>
                    <a:pt x="7834" y="7057"/>
                  </a:cubicBezTo>
                  <a:cubicBezTo>
                    <a:pt x="7951" y="7049"/>
                    <a:pt x="8094" y="7036"/>
                    <a:pt x="8211" y="6918"/>
                  </a:cubicBezTo>
                  <a:cubicBezTo>
                    <a:pt x="8342" y="6784"/>
                    <a:pt x="8338" y="6615"/>
                    <a:pt x="8333" y="6510"/>
                  </a:cubicBezTo>
                  <a:cubicBezTo>
                    <a:pt x="8333" y="6506"/>
                    <a:pt x="8333" y="6502"/>
                    <a:pt x="8333" y="6502"/>
                  </a:cubicBezTo>
                  <a:cubicBezTo>
                    <a:pt x="8338" y="6497"/>
                    <a:pt x="8342" y="6493"/>
                    <a:pt x="8355" y="6484"/>
                  </a:cubicBezTo>
                  <a:cubicBezTo>
                    <a:pt x="8385" y="6463"/>
                    <a:pt x="8442" y="6437"/>
                    <a:pt x="8576" y="6428"/>
                  </a:cubicBezTo>
                  <a:cubicBezTo>
                    <a:pt x="8589" y="6428"/>
                    <a:pt x="8607" y="6428"/>
                    <a:pt x="8624" y="6428"/>
                  </a:cubicBezTo>
                  <a:cubicBezTo>
                    <a:pt x="8720" y="6428"/>
                    <a:pt x="8824" y="6441"/>
                    <a:pt x="8911" y="6454"/>
                  </a:cubicBezTo>
                  <a:cubicBezTo>
                    <a:pt x="8932" y="6463"/>
                    <a:pt x="8972" y="6471"/>
                    <a:pt x="9019" y="6471"/>
                  </a:cubicBezTo>
                  <a:cubicBezTo>
                    <a:pt x="9154" y="6471"/>
                    <a:pt x="9276" y="6398"/>
                    <a:pt x="9341" y="6280"/>
                  </a:cubicBezTo>
                  <a:cubicBezTo>
                    <a:pt x="9406" y="6163"/>
                    <a:pt x="9428" y="5981"/>
                    <a:pt x="9276" y="5820"/>
                  </a:cubicBezTo>
                  <a:cubicBezTo>
                    <a:pt x="9276" y="5816"/>
                    <a:pt x="9276" y="5816"/>
                    <a:pt x="9276" y="5816"/>
                  </a:cubicBezTo>
                  <a:cubicBezTo>
                    <a:pt x="9215" y="5746"/>
                    <a:pt x="9145" y="5699"/>
                    <a:pt x="9085" y="5660"/>
                  </a:cubicBezTo>
                  <a:cubicBezTo>
                    <a:pt x="8928" y="5560"/>
                    <a:pt x="8772" y="5490"/>
                    <a:pt x="8620" y="5430"/>
                  </a:cubicBezTo>
                  <a:cubicBezTo>
                    <a:pt x="8576" y="5408"/>
                    <a:pt x="8529" y="5391"/>
                    <a:pt x="8490" y="5373"/>
                  </a:cubicBezTo>
                  <a:cubicBezTo>
                    <a:pt x="8468" y="5360"/>
                    <a:pt x="8446" y="5352"/>
                    <a:pt x="8424" y="5343"/>
                  </a:cubicBezTo>
                  <a:cubicBezTo>
                    <a:pt x="8255" y="5269"/>
                    <a:pt x="8090" y="5195"/>
                    <a:pt x="7955" y="5100"/>
                  </a:cubicBezTo>
                  <a:cubicBezTo>
                    <a:pt x="7960" y="4996"/>
                    <a:pt x="7929" y="4900"/>
                    <a:pt x="7868" y="4822"/>
                  </a:cubicBezTo>
                  <a:cubicBezTo>
                    <a:pt x="7816" y="4757"/>
                    <a:pt x="7716" y="4674"/>
                    <a:pt x="7543" y="4666"/>
                  </a:cubicBezTo>
                  <a:cubicBezTo>
                    <a:pt x="7530" y="4666"/>
                    <a:pt x="7512" y="4666"/>
                    <a:pt x="7499" y="4666"/>
                  </a:cubicBezTo>
                  <a:cubicBezTo>
                    <a:pt x="7421" y="4666"/>
                    <a:pt x="7352" y="4674"/>
                    <a:pt x="7291" y="4683"/>
                  </a:cubicBezTo>
                  <a:cubicBezTo>
                    <a:pt x="7291" y="4683"/>
                    <a:pt x="7291" y="4683"/>
                    <a:pt x="7291" y="4683"/>
                  </a:cubicBezTo>
                  <a:cubicBezTo>
                    <a:pt x="7269" y="4688"/>
                    <a:pt x="7247" y="4688"/>
                    <a:pt x="7230" y="4692"/>
                  </a:cubicBezTo>
                  <a:cubicBezTo>
                    <a:pt x="7208" y="4692"/>
                    <a:pt x="7187" y="4696"/>
                    <a:pt x="7165" y="4696"/>
                  </a:cubicBezTo>
                  <a:cubicBezTo>
                    <a:pt x="7117" y="4705"/>
                    <a:pt x="7074" y="4709"/>
                    <a:pt x="7035" y="4709"/>
                  </a:cubicBezTo>
                  <a:cubicBezTo>
                    <a:pt x="7043" y="4696"/>
                    <a:pt x="7052" y="4679"/>
                    <a:pt x="7065" y="4661"/>
                  </a:cubicBezTo>
                  <a:cubicBezTo>
                    <a:pt x="7230" y="4397"/>
                    <a:pt x="7443" y="4167"/>
                    <a:pt x="7647" y="3954"/>
                  </a:cubicBezTo>
                  <a:cubicBezTo>
                    <a:pt x="7703" y="3898"/>
                    <a:pt x="7760" y="3837"/>
                    <a:pt x="7812" y="3780"/>
                  </a:cubicBezTo>
                  <a:cubicBezTo>
                    <a:pt x="7816" y="3780"/>
                    <a:pt x="7816" y="3780"/>
                    <a:pt x="7816" y="3780"/>
                  </a:cubicBezTo>
                  <a:cubicBezTo>
                    <a:pt x="7838" y="3754"/>
                    <a:pt x="7864" y="3728"/>
                    <a:pt x="7890" y="3702"/>
                  </a:cubicBezTo>
                  <a:cubicBezTo>
                    <a:pt x="7894" y="3694"/>
                    <a:pt x="7899" y="3689"/>
                    <a:pt x="7903" y="3685"/>
                  </a:cubicBezTo>
                  <a:cubicBezTo>
                    <a:pt x="7955" y="3611"/>
                    <a:pt x="8116" y="3372"/>
                    <a:pt x="7986" y="3207"/>
                  </a:cubicBezTo>
                  <a:cubicBezTo>
                    <a:pt x="7951" y="3155"/>
                    <a:pt x="7886" y="3090"/>
                    <a:pt x="7747" y="3090"/>
                  </a:cubicBezTo>
                  <a:cubicBezTo>
                    <a:pt x="7643" y="3090"/>
                    <a:pt x="7538" y="3129"/>
                    <a:pt x="7512" y="3138"/>
                  </a:cubicBezTo>
                  <a:cubicBezTo>
                    <a:pt x="7412" y="3173"/>
                    <a:pt x="7352" y="3190"/>
                    <a:pt x="7291" y="3190"/>
                  </a:cubicBezTo>
                  <a:cubicBezTo>
                    <a:pt x="7286" y="3190"/>
                    <a:pt x="7282" y="3190"/>
                    <a:pt x="7278" y="3190"/>
                  </a:cubicBezTo>
                  <a:cubicBezTo>
                    <a:pt x="7273" y="3190"/>
                    <a:pt x="7256" y="3181"/>
                    <a:pt x="7239" y="3160"/>
                  </a:cubicBezTo>
                  <a:cubicBezTo>
                    <a:pt x="7221" y="3138"/>
                    <a:pt x="7217" y="3116"/>
                    <a:pt x="7217" y="3108"/>
                  </a:cubicBezTo>
                  <a:cubicBezTo>
                    <a:pt x="7221" y="3073"/>
                    <a:pt x="7252" y="3029"/>
                    <a:pt x="7330" y="2943"/>
                  </a:cubicBezTo>
                  <a:cubicBezTo>
                    <a:pt x="7382" y="2886"/>
                    <a:pt x="7499" y="2747"/>
                    <a:pt x="7464" y="2556"/>
                  </a:cubicBezTo>
                  <a:cubicBezTo>
                    <a:pt x="7438" y="2383"/>
                    <a:pt x="7308" y="2292"/>
                    <a:pt x="7230" y="2248"/>
                  </a:cubicBezTo>
                  <a:cubicBezTo>
                    <a:pt x="7265" y="2144"/>
                    <a:pt x="7304" y="2036"/>
                    <a:pt x="7339" y="1927"/>
                  </a:cubicBezTo>
                  <a:cubicBezTo>
                    <a:pt x="7339" y="1927"/>
                    <a:pt x="7339" y="1927"/>
                    <a:pt x="7339" y="1927"/>
                  </a:cubicBezTo>
                  <a:cubicBezTo>
                    <a:pt x="7365" y="1849"/>
                    <a:pt x="7386" y="1775"/>
                    <a:pt x="7412" y="1701"/>
                  </a:cubicBezTo>
                  <a:cubicBezTo>
                    <a:pt x="7430" y="1654"/>
                    <a:pt x="7438" y="1610"/>
                    <a:pt x="7447" y="1571"/>
                  </a:cubicBezTo>
                  <a:cubicBezTo>
                    <a:pt x="7447" y="1567"/>
                    <a:pt x="7447" y="1567"/>
                    <a:pt x="7447" y="1567"/>
                  </a:cubicBezTo>
                  <a:cubicBezTo>
                    <a:pt x="7473" y="1463"/>
                    <a:pt x="7456" y="1359"/>
                    <a:pt x="7399" y="1272"/>
                  </a:cubicBezTo>
                  <a:cubicBezTo>
                    <a:pt x="7343" y="1189"/>
                    <a:pt x="7256" y="1133"/>
                    <a:pt x="7156" y="1115"/>
                  </a:cubicBezTo>
                  <a:cubicBezTo>
                    <a:pt x="7139" y="1111"/>
                    <a:pt x="7117" y="1111"/>
                    <a:pt x="7095" y="111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  <p:sp>
          <p:nvSpPr>
            <p:cNvPr id="198" name="Path 12"/>
            <p:cNvSpPr/>
            <p:nvPr/>
          </p:nvSpPr>
          <p:spPr bwMode="auto">
            <a:xfrm>
              <a:off x="0" y="0"/>
              <a:ext cx="10000" cy="10000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3884" y="6232"/>
                  </a:moveTo>
                  <a:cubicBezTo>
                    <a:pt x="3684" y="6254"/>
                    <a:pt x="3484" y="6293"/>
                    <a:pt x="3280" y="6306"/>
                  </a:cubicBezTo>
                  <a:cubicBezTo>
                    <a:pt x="2911" y="6327"/>
                    <a:pt x="2602" y="6206"/>
                    <a:pt x="2333" y="5958"/>
                  </a:cubicBezTo>
                  <a:cubicBezTo>
                    <a:pt x="2081" y="5728"/>
                    <a:pt x="1851" y="5480"/>
                    <a:pt x="1655" y="5198"/>
                  </a:cubicBezTo>
                  <a:cubicBezTo>
                    <a:pt x="1634" y="5163"/>
                    <a:pt x="1581" y="5124"/>
                    <a:pt x="1607" y="5080"/>
                  </a:cubicBezTo>
                  <a:cubicBezTo>
                    <a:pt x="1638" y="5037"/>
                    <a:pt x="1694" y="5067"/>
                    <a:pt x="1738" y="5072"/>
                  </a:cubicBezTo>
                  <a:cubicBezTo>
                    <a:pt x="1938" y="5106"/>
                    <a:pt x="2137" y="5141"/>
                    <a:pt x="2342" y="5137"/>
                  </a:cubicBezTo>
                  <a:cubicBezTo>
                    <a:pt x="2654" y="5124"/>
                    <a:pt x="2767" y="4959"/>
                    <a:pt x="2650" y="4672"/>
                  </a:cubicBezTo>
                  <a:cubicBezTo>
                    <a:pt x="2537" y="4403"/>
                    <a:pt x="2350" y="4185"/>
                    <a:pt x="2159" y="3972"/>
                  </a:cubicBezTo>
                  <a:cubicBezTo>
                    <a:pt x="2077" y="3881"/>
                    <a:pt x="1994" y="3794"/>
                    <a:pt x="1911" y="3703"/>
                  </a:cubicBezTo>
                  <a:cubicBezTo>
                    <a:pt x="1898" y="3690"/>
                    <a:pt x="1877" y="3673"/>
                    <a:pt x="1890" y="3651"/>
                  </a:cubicBezTo>
                  <a:cubicBezTo>
                    <a:pt x="1903" y="3629"/>
                    <a:pt x="1929" y="3642"/>
                    <a:pt x="1951" y="3651"/>
                  </a:cubicBezTo>
                  <a:cubicBezTo>
                    <a:pt x="2077" y="3686"/>
                    <a:pt x="2203" y="3729"/>
                    <a:pt x="2337" y="3742"/>
                  </a:cubicBezTo>
                  <a:cubicBezTo>
                    <a:pt x="2559" y="3759"/>
                    <a:pt x="2702" y="3642"/>
                    <a:pt x="2711" y="3421"/>
                  </a:cubicBezTo>
                  <a:cubicBezTo>
                    <a:pt x="2715" y="3316"/>
                    <a:pt x="2702" y="3212"/>
                    <a:pt x="2680" y="3108"/>
                  </a:cubicBezTo>
                  <a:cubicBezTo>
                    <a:pt x="2659" y="3021"/>
                    <a:pt x="2685" y="2951"/>
                    <a:pt x="2759" y="2899"/>
                  </a:cubicBezTo>
                  <a:cubicBezTo>
                    <a:pt x="2772" y="2886"/>
                    <a:pt x="2785" y="2873"/>
                    <a:pt x="2802" y="2864"/>
                  </a:cubicBezTo>
                  <a:cubicBezTo>
                    <a:pt x="3032" y="2717"/>
                    <a:pt x="3089" y="2504"/>
                    <a:pt x="3037" y="2247"/>
                  </a:cubicBezTo>
                  <a:cubicBezTo>
                    <a:pt x="3010" y="2121"/>
                    <a:pt x="2980" y="2000"/>
                    <a:pt x="2954" y="1874"/>
                  </a:cubicBezTo>
                  <a:cubicBezTo>
                    <a:pt x="2950" y="1848"/>
                    <a:pt x="2928" y="1813"/>
                    <a:pt x="2958" y="1800"/>
                  </a:cubicBezTo>
                  <a:cubicBezTo>
                    <a:pt x="2984" y="1791"/>
                    <a:pt x="2997" y="1821"/>
                    <a:pt x="3015" y="1839"/>
                  </a:cubicBezTo>
                  <a:cubicBezTo>
                    <a:pt x="3154" y="2008"/>
                    <a:pt x="3271" y="2195"/>
                    <a:pt x="3393" y="2378"/>
                  </a:cubicBezTo>
                  <a:cubicBezTo>
                    <a:pt x="3449" y="2465"/>
                    <a:pt x="3501" y="2551"/>
                    <a:pt x="3562" y="2634"/>
                  </a:cubicBezTo>
                  <a:cubicBezTo>
                    <a:pt x="3706" y="2830"/>
                    <a:pt x="3866" y="2877"/>
                    <a:pt x="4088" y="2790"/>
                  </a:cubicBezTo>
                  <a:cubicBezTo>
                    <a:pt x="4162" y="2760"/>
                    <a:pt x="4188" y="2769"/>
                    <a:pt x="4201" y="2847"/>
                  </a:cubicBezTo>
                  <a:cubicBezTo>
                    <a:pt x="4222" y="2964"/>
                    <a:pt x="4253" y="3077"/>
                    <a:pt x="4301" y="3186"/>
                  </a:cubicBezTo>
                  <a:cubicBezTo>
                    <a:pt x="4344" y="3290"/>
                    <a:pt x="4401" y="3394"/>
                    <a:pt x="4531" y="3407"/>
                  </a:cubicBezTo>
                  <a:cubicBezTo>
                    <a:pt x="4661" y="3421"/>
                    <a:pt x="4757" y="3347"/>
                    <a:pt x="4826" y="3242"/>
                  </a:cubicBezTo>
                  <a:cubicBezTo>
                    <a:pt x="4935" y="3086"/>
                    <a:pt x="4974" y="2908"/>
                    <a:pt x="5009" y="2725"/>
                  </a:cubicBezTo>
                  <a:cubicBezTo>
                    <a:pt x="5039" y="2543"/>
                    <a:pt x="5035" y="2360"/>
                    <a:pt x="5056" y="2182"/>
                  </a:cubicBezTo>
                  <a:cubicBezTo>
                    <a:pt x="5056" y="2160"/>
                    <a:pt x="5048" y="2134"/>
                    <a:pt x="5074" y="2126"/>
                  </a:cubicBezTo>
                  <a:cubicBezTo>
                    <a:pt x="5100" y="2117"/>
                    <a:pt x="5109" y="2143"/>
                    <a:pt x="5122" y="2160"/>
                  </a:cubicBezTo>
                  <a:cubicBezTo>
                    <a:pt x="5182" y="2243"/>
                    <a:pt x="5243" y="2326"/>
                    <a:pt x="5317" y="2395"/>
                  </a:cubicBezTo>
                  <a:cubicBezTo>
                    <a:pt x="5456" y="2530"/>
                    <a:pt x="5630" y="2534"/>
                    <a:pt x="5782" y="2408"/>
                  </a:cubicBezTo>
                  <a:cubicBezTo>
                    <a:pt x="5851" y="2347"/>
                    <a:pt x="5908" y="2273"/>
                    <a:pt x="5960" y="2195"/>
                  </a:cubicBezTo>
                  <a:cubicBezTo>
                    <a:pt x="5995" y="2143"/>
                    <a:pt x="6034" y="2126"/>
                    <a:pt x="6099" y="2139"/>
                  </a:cubicBezTo>
                  <a:cubicBezTo>
                    <a:pt x="6273" y="2178"/>
                    <a:pt x="6425" y="2126"/>
                    <a:pt x="6559" y="2013"/>
                  </a:cubicBezTo>
                  <a:cubicBezTo>
                    <a:pt x="6742" y="1869"/>
                    <a:pt x="6885" y="1687"/>
                    <a:pt x="7033" y="1509"/>
                  </a:cubicBezTo>
                  <a:cubicBezTo>
                    <a:pt x="7046" y="1491"/>
                    <a:pt x="7059" y="1474"/>
                    <a:pt x="7072" y="1461"/>
                  </a:cubicBezTo>
                  <a:cubicBezTo>
                    <a:pt x="7081" y="1452"/>
                    <a:pt x="7094" y="1448"/>
                    <a:pt x="7103" y="1448"/>
                  </a:cubicBezTo>
                  <a:cubicBezTo>
                    <a:pt x="7120" y="1452"/>
                    <a:pt x="7115" y="1470"/>
                    <a:pt x="7111" y="1478"/>
                  </a:cubicBezTo>
                  <a:cubicBezTo>
                    <a:pt x="7103" y="1513"/>
                    <a:pt x="7098" y="1548"/>
                    <a:pt x="7085" y="1583"/>
                  </a:cubicBezTo>
                  <a:cubicBezTo>
                    <a:pt x="7024" y="1774"/>
                    <a:pt x="6955" y="1969"/>
                    <a:pt x="6894" y="2160"/>
                  </a:cubicBezTo>
                  <a:cubicBezTo>
                    <a:pt x="6833" y="2347"/>
                    <a:pt x="6872" y="2434"/>
                    <a:pt x="7037" y="2530"/>
                  </a:cubicBezTo>
                  <a:cubicBezTo>
                    <a:pt x="7150" y="2591"/>
                    <a:pt x="7155" y="2612"/>
                    <a:pt x="7068" y="2708"/>
                  </a:cubicBezTo>
                  <a:cubicBezTo>
                    <a:pt x="6981" y="2808"/>
                    <a:pt x="6894" y="2908"/>
                    <a:pt x="6877" y="3051"/>
                  </a:cubicBezTo>
                  <a:cubicBezTo>
                    <a:pt x="6842" y="3277"/>
                    <a:pt x="7033" y="3516"/>
                    <a:pt x="7263" y="3529"/>
                  </a:cubicBezTo>
                  <a:cubicBezTo>
                    <a:pt x="7393" y="3534"/>
                    <a:pt x="7515" y="3499"/>
                    <a:pt x="7641" y="3451"/>
                  </a:cubicBezTo>
                  <a:cubicBezTo>
                    <a:pt x="7559" y="3538"/>
                    <a:pt x="7480" y="3620"/>
                    <a:pt x="7402" y="3703"/>
                  </a:cubicBezTo>
                  <a:cubicBezTo>
                    <a:pt x="7172" y="3942"/>
                    <a:pt x="6951" y="4185"/>
                    <a:pt x="6772" y="4468"/>
                  </a:cubicBezTo>
                  <a:cubicBezTo>
                    <a:pt x="6733" y="4529"/>
                    <a:pt x="6698" y="4594"/>
                    <a:pt x="6677" y="4663"/>
                  </a:cubicBezTo>
                  <a:cubicBezTo>
                    <a:pt x="6620" y="4841"/>
                    <a:pt x="6716" y="4998"/>
                    <a:pt x="6898" y="5037"/>
                  </a:cubicBezTo>
                  <a:cubicBezTo>
                    <a:pt x="7024" y="5063"/>
                    <a:pt x="7146" y="5041"/>
                    <a:pt x="7268" y="5028"/>
                  </a:cubicBezTo>
                  <a:cubicBezTo>
                    <a:pt x="7354" y="5020"/>
                    <a:pt x="7441" y="5002"/>
                    <a:pt x="7528" y="5007"/>
                  </a:cubicBezTo>
                  <a:cubicBezTo>
                    <a:pt x="7589" y="5011"/>
                    <a:pt x="7619" y="5033"/>
                    <a:pt x="7611" y="5098"/>
                  </a:cubicBezTo>
                  <a:cubicBezTo>
                    <a:pt x="7589" y="5211"/>
                    <a:pt x="7641" y="5293"/>
                    <a:pt x="7732" y="5358"/>
                  </a:cubicBezTo>
                  <a:cubicBezTo>
                    <a:pt x="7919" y="5497"/>
                    <a:pt x="8136" y="5589"/>
                    <a:pt x="8349" y="5684"/>
                  </a:cubicBezTo>
                  <a:cubicBezTo>
                    <a:pt x="8536" y="5767"/>
                    <a:pt x="8727" y="5836"/>
                    <a:pt x="8901" y="5945"/>
                  </a:cubicBezTo>
                  <a:cubicBezTo>
                    <a:pt x="8944" y="5975"/>
                    <a:pt x="8983" y="6006"/>
                    <a:pt x="9018" y="6041"/>
                  </a:cubicBezTo>
                  <a:cubicBezTo>
                    <a:pt x="9036" y="6058"/>
                    <a:pt x="9057" y="6080"/>
                    <a:pt x="9044" y="6106"/>
                  </a:cubicBezTo>
                  <a:cubicBezTo>
                    <a:pt x="9031" y="6128"/>
                    <a:pt x="9005" y="6114"/>
                    <a:pt x="8983" y="6110"/>
                  </a:cubicBezTo>
                  <a:cubicBezTo>
                    <a:pt x="8844" y="6088"/>
                    <a:pt x="8701" y="6071"/>
                    <a:pt x="8558" y="6075"/>
                  </a:cubicBezTo>
                  <a:cubicBezTo>
                    <a:pt x="8414" y="6084"/>
                    <a:pt x="8280" y="6110"/>
                    <a:pt x="8158" y="6197"/>
                  </a:cubicBezTo>
                  <a:cubicBezTo>
                    <a:pt x="8045" y="6275"/>
                    <a:pt x="7984" y="6375"/>
                    <a:pt x="7989" y="6514"/>
                  </a:cubicBezTo>
                  <a:cubicBezTo>
                    <a:pt x="7993" y="6684"/>
                    <a:pt x="7980" y="6692"/>
                    <a:pt x="7811" y="6706"/>
                  </a:cubicBezTo>
                  <a:cubicBezTo>
                    <a:pt x="7698" y="6714"/>
                    <a:pt x="7585" y="6727"/>
                    <a:pt x="7480" y="6766"/>
                  </a:cubicBezTo>
                  <a:cubicBezTo>
                    <a:pt x="7172" y="6884"/>
                    <a:pt x="7046" y="7136"/>
                    <a:pt x="7133" y="7448"/>
                  </a:cubicBezTo>
                  <a:cubicBezTo>
                    <a:pt x="7155" y="7531"/>
                    <a:pt x="7189" y="7605"/>
                    <a:pt x="7228" y="7696"/>
                  </a:cubicBezTo>
                  <a:cubicBezTo>
                    <a:pt x="7137" y="7657"/>
                    <a:pt x="7068" y="7609"/>
                    <a:pt x="7020" y="7553"/>
                  </a:cubicBezTo>
                  <a:cubicBezTo>
                    <a:pt x="6907" y="7422"/>
                    <a:pt x="6768" y="7409"/>
                    <a:pt x="6616" y="7431"/>
                  </a:cubicBezTo>
                  <a:cubicBezTo>
                    <a:pt x="6412" y="7462"/>
                    <a:pt x="6221" y="7427"/>
                    <a:pt x="6034" y="7353"/>
                  </a:cubicBezTo>
                  <a:cubicBezTo>
                    <a:pt x="5969" y="7327"/>
                    <a:pt x="5904" y="7301"/>
                    <a:pt x="5838" y="7275"/>
                  </a:cubicBezTo>
                  <a:cubicBezTo>
                    <a:pt x="5604" y="7179"/>
                    <a:pt x="5456" y="7240"/>
                    <a:pt x="5300" y="7470"/>
                  </a:cubicBezTo>
                  <a:cubicBezTo>
                    <a:pt x="5187" y="7631"/>
                    <a:pt x="5200" y="7805"/>
                    <a:pt x="5274" y="7979"/>
                  </a:cubicBezTo>
                  <a:cubicBezTo>
                    <a:pt x="5339" y="8122"/>
                    <a:pt x="5439" y="8248"/>
                    <a:pt x="5552" y="8357"/>
                  </a:cubicBezTo>
                  <a:cubicBezTo>
                    <a:pt x="5573" y="8378"/>
                    <a:pt x="5599" y="8396"/>
                    <a:pt x="5608" y="8430"/>
                  </a:cubicBezTo>
                  <a:cubicBezTo>
                    <a:pt x="5578" y="8452"/>
                    <a:pt x="5543" y="8439"/>
                    <a:pt x="5513" y="8435"/>
                  </a:cubicBezTo>
                  <a:cubicBezTo>
                    <a:pt x="4961" y="8335"/>
                    <a:pt x="4509" y="8057"/>
                    <a:pt x="4136" y="7648"/>
                  </a:cubicBezTo>
                  <a:cubicBezTo>
                    <a:pt x="4049" y="7553"/>
                    <a:pt x="3971" y="7457"/>
                    <a:pt x="3905" y="7349"/>
                  </a:cubicBezTo>
                  <a:cubicBezTo>
                    <a:pt x="3762" y="7118"/>
                    <a:pt x="3749" y="6884"/>
                    <a:pt x="3862" y="6645"/>
                  </a:cubicBezTo>
                  <a:cubicBezTo>
                    <a:pt x="3888" y="6588"/>
                    <a:pt x="3918" y="6532"/>
                    <a:pt x="3944" y="6475"/>
                  </a:cubicBezTo>
                  <a:cubicBezTo>
                    <a:pt x="3962" y="6436"/>
                    <a:pt x="3984" y="6397"/>
                    <a:pt x="3966" y="6336"/>
                  </a:cubicBezTo>
                  <a:cubicBezTo>
                    <a:pt x="3901" y="6393"/>
                    <a:pt x="3840" y="6445"/>
                    <a:pt x="3779" y="6497"/>
                  </a:cubicBezTo>
                  <a:cubicBezTo>
                    <a:pt x="3241" y="7005"/>
                    <a:pt x="2646" y="7427"/>
                    <a:pt x="2033" y="7835"/>
                  </a:cubicBezTo>
                  <a:cubicBezTo>
                    <a:pt x="1794" y="7992"/>
                    <a:pt x="1555" y="8148"/>
                    <a:pt x="1321" y="8305"/>
                  </a:cubicBezTo>
                  <a:cubicBezTo>
                    <a:pt x="1238" y="8357"/>
                    <a:pt x="1164" y="8418"/>
                    <a:pt x="1112" y="8504"/>
                  </a:cubicBezTo>
                  <a:cubicBezTo>
                    <a:pt x="1082" y="8552"/>
                    <a:pt x="1056" y="8552"/>
                    <a:pt x="1021" y="8509"/>
                  </a:cubicBezTo>
                  <a:cubicBezTo>
                    <a:pt x="943" y="8404"/>
                    <a:pt x="952" y="8352"/>
                    <a:pt x="1069" y="8291"/>
                  </a:cubicBezTo>
                  <a:cubicBezTo>
                    <a:pt x="1994" y="7787"/>
                    <a:pt x="2863" y="7201"/>
                    <a:pt x="3645" y="6488"/>
                  </a:cubicBezTo>
                  <a:cubicBezTo>
                    <a:pt x="3732" y="6410"/>
                    <a:pt x="3823" y="6336"/>
                    <a:pt x="3884" y="6232"/>
                  </a:cubicBezTo>
                  <a:cubicBezTo>
                    <a:pt x="3927" y="6245"/>
                    <a:pt x="3957" y="6275"/>
                    <a:pt x="3988" y="6306"/>
                  </a:cubicBezTo>
                  <a:cubicBezTo>
                    <a:pt x="4236" y="6606"/>
                    <a:pt x="4457" y="6927"/>
                    <a:pt x="4631" y="7275"/>
                  </a:cubicBezTo>
                  <a:cubicBezTo>
                    <a:pt x="4683" y="7383"/>
                    <a:pt x="4739" y="7488"/>
                    <a:pt x="4800" y="7605"/>
                  </a:cubicBezTo>
                  <a:cubicBezTo>
                    <a:pt x="4805" y="7588"/>
                    <a:pt x="4805" y="7583"/>
                    <a:pt x="4805" y="7579"/>
                  </a:cubicBezTo>
                  <a:cubicBezTo>
                    <a:pt x="4613" y="7157"/>
                    <a:pt x="4422" y="6736"/>
                    <a:pt x="4136" y="6362"/>
                  </a:cubicBezTo>
                  <a:cubicBezTo>
                    <a:pt x="4123" y="6340"/>
                    <a:pt x="4092" y="6319"/>
                    <a:pt x="4105" y="6293"/>
                  </a:cubicBezTo>
                  <a:cubicBezTo>
                    <a:pt x="4123" y="6267"/>
                    <a:pt x="4153" y="6275"/>
                    <a:pt x="4179" y="6275"/>
                  </a:cubicBezTo>
                  <a:cubicBezTo>
                    <a:pt x="4831" y="6280"/>
                    <a:pt x="5478" y="6271"/>
                    <a:pt x="6125" y="6210"/>
                  </a:cubicBezTo>
                  <a:cubicBezTo>
                    <a:pt x="6416" y="6184"/>
                    <a:pt x="6707" y="6136"/>
                    <a:pt x="6998" y="6093"/>
                  </a:cubicBezTo>
                  <a:cubicBezTo>
                    <a:pt x="6963" y="6093"/>
                    <a:pt x="6929" y="6093"/>
                    <a:pt x="6894" y="6097"/>
                  </a:cubicBezTo>
                  <a:cubicBezTo>
                    <a:pt x="6473" y="6154"/>
                    <a:pt x="6051" y="6197"/>
                    <a:pt x="5630" y="6202"/>
                  </a:cubicBezTo>
                  <a:cubicBezTo>
                    <a:pt x="5143" y="6210"/>
                    <a:pt x="4661" y="6219"/>
                    <a:pt x="4175" y="6188"/>
                  </a:cubicBezTo>
                  <a:cubicBezTo>
                    <a:pt x="4153" y="6188"/>
                    <a:pt x="4123" y="6197"/>
                    <a:pt x="4109" y="6171"/>
                  </a:cubicBezTo>
                  <a:cubicBezTo>
                    <a:pt x="4096" y="6145"/>
                    <a:pt x="4123" y="6128"/>
                    <a:pt x="4140" y="6114"/>
                  </a:cubicBezTo>
                  <a:cubicBezTo>
                    <a:pt x="4618" y="5567"/>
                    <a:pt x="5065" y="4998"/>
                    <a:pt x="5465" y="4394"/>
                  </a:cubicBezTo>
                  <a:cubicBezTo>
                    <a:pt x="5604" y="4185"/>
                    <a:pt x="5734" y="3972"/>
                    <a:pt x="5851" y="3746"/>
                  </a:cubicBezTo>
                  <a:cubicBezTo>
                    <a:pt x="5834" y="3764"/>
                    <a:pt x="5817" y="3781"/>
                    <a:pt x="5808" y="3798"/>
                  </a:cubicBezTo>
                  <a:cubicBezTo>
                    <a:pt x="5313" y="4615"/>
                    <a:pt x="4713" y="5350"/>
                    <a:pt x="4075" y="6054"/>
                  </a:cubicBezTo>
                  <a:cubicBezTo>
                    <a:pt x="4057" y="6075"/>
                    <a:pt x="4040" y="6114"/>
                    <a:pt x="4010" y="6102"/>
                  </a:cubicBezTo>
                  <a:cubicBezTo>
                    <a:pt x="3979" y="6093"/>
                    <a:pt x="3984" y="6054"/>
                    <a:pt x="3975" y="6028"/>
                  </a:cubicBezTo>
                  <a:cubicBezTo>
                    <a:pt x="3840" y="5480"/>
                    <a:pt x="3710" y="4933"/>
                    <a:pt x="3601" y="4381"/>
                  </a:cubicBezTo>
                  <a:cubicBezTo>
                    <a:pt x="3562" y="4172"/>
                    <a:pt x="3519" y="3968"/>
                    <a:pt x="3480" y="3759"/>
                  </a:cubicBezTo>
                  <a:cubicBezTo>
                    <a:pt x="3523" y="4103"/>
                    <a:pt x="3579" y="4442"/>
                    <a:pt x="3640" y="4785"/>
                  </a:cubicBezTo>
                  <a:cubicBezTo>
                    <a:pt x="3714" y="5202"/>
                    <a:pt x="3801" y="5615"/>
                    <a:pt x="3888" y="6028"/>
                  </a:cubicBezTo>
                  <a:cubicBezTo>
                    <a:pt x="3892" y="6054"/>
                    <a:pt x="3914" y="6084"/>
                    <a:pt x="3888" y="6106"/>
                  </a:cubicBezTo>
                  <a:cubicBezTo>
                    <a:pt x="3866" y="6123"/>
                    <a:pt x="3840" y="6093"/>
                    <a:pt x="3819" y="6080"/>
                  </a:cubicBezTo>
                  <a:cubicBezTo>
                    <a:pt x="3632" y="5980"/>
                    <a:pt x="3454" y="5880"/>
                    <a:pt x="3267" y="5780"/>
                  </a:cubicBezTo>
                  <a:cubicBezTo>
                    <a:pt x="3054" y="5667"/>
                    <a:pt x="2837" y="5567"/>
                    <a:pt x="2611" y="5489"/>
                  </a:cubicBezTo>
                  <a:cubicBezTo>
                    <a:pt x="2854" y="5602"/>
                    <a:pt x="3089" y="5728"/>
                    <a:pt x="3319" y="5867"/>
                  </a:cubicBezTo>
                  <a:cubicBezTo>
                    <a:pt x="3510" y="5984"/>
                    <a:pt x="3710" y="6093"/>
                    <a:pt x="3884" y="623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199" name="TB199"/>
          <p:cNvSpPr txBox="1"/>
          <p:nvPr/>
        </p:nvSpPr>
        <p:spPr>
          <a:xfrm>
            <a:off x="1682495" y="2185416"/>
            <a:ext cx="38404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b="1">
                <a:solidFill>
                  <a:srgbClr val="03522D"/>
                </a:solidFill>
                <a:latin typeface="Trebuchet MS"/>
              </a:rPr>
              <a:t>ETL pipeline (4-hourly)</a:t>
            </a:r>
          </a:p>
        </p:txBody>
      </p:sp>
      <p:sp>
        <p:nvSpPr>
          <p:cNvPr id="200" name="TB200"/>
          <p:cNvSpPr txBox="1"/>
          <p:nvPr/>
        </p:nvSpPr>
        <p:spPr>
          <a:xfrm>
            <a:off x="1682495" y="2496312"/>
            <a:ext cx="9656064" cy="487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>
                <a:solidFill>
                  <a:srgbClr val="575757"/>
                </a:solidFill>
                <a:latin typeface="Trebuchet MS"/>
              </a:rPr>
              <a:t>init -&gt; generate -&gt; ingest (parallel) -&gt; dbt -&gt; test -&gt; snapshot -&gt; DQ.</a:t>
            </a:r>
          </a:p>
        </p:txBody>
      </p:sp>
      <p:sp>
        <p:nvSpPr>
          <p:cNvPr id="201" name="RR201"/>
          <p:cNvSpPr/>
          <p:nvPr/>
        </p:nvSpPr>
        <p:spPr>
          <a:xfrm>
            <a:off x="630936" y="3194304"/>
            <a:ext cx="10936224" cy="990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2" name="R202"/>
          <p:cNvSpPr/>
          <p:nvPr/>
        </p:nvSpPr>
        <p:spPr>
          <a:xfrm>
            <a:off x="630936" y="3194304"/>
            <a:ext cx="73152" cy="990600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03" name="O203"/>
          <p:cNvSpPr/>
          <p:nvPr/>
        </p:nvSpPr>
        <p:spPr>
          <a:xfrm>
            <a:off x="859536" y="3415284"/>
            <a:ext cx="548640" cy="548640"/>
          </a:xfrm>
          <a:prstGeom prst="ellipse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grpSp>
        <p:nvGrpSpPr>
          <p:cNvPr id="204" name="bcgIcons_Target">
            <a:extLst>
              <a:ext uri="{FF2B5EF4-FFF2-40B4-BE49-F238E27FC236}">
                <ns2:creationId id="{02916922-81B1-4399-BF36-3FC0C6969C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9264" y="3525012"/>
            <a:ext cx="347150" cy="347472"/>
            <a:chOff x="1682" y="0"/>
            <a:chExt cx="4316" cy="4320"/>
          </a:xfrm>
        </p:grpSpPr>
        <p:sp>
          <p:nvSpPr>
            <p:cNvPr id="205" name="AutoShape 23">
              <a:extLst>
                <a:ext uri="{FF2B5EF4-FFF2-40B4-BE49-F238E27FC236}">
                  <ns2:creationId id="{89F4D31F-87B6-4E69-917E-65E2F97982B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82" y="0"/>
              <a:ext cx="4316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FFFFFF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6" name="Freeform 25">
              <a:extLst>
                <a:ext uri="{FF2B5EF4-FFF2-40B4-BE49-F238E27FC236}">
                  <ns2:creationId id="{FA0FD38E-7CA9-4ECE-9013-798D4E40C5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2" y="838"/>
              <a:ext cx="1832" cy="1367"/>
            </a:xfrm>
            <a:custGeom>
              <a:avLst/>
              <a:gdLst>
                <a:gd name="T0" fmla="*/ 25 w 978"/>
                <a:gd name="T1" fmla="*/ 729 h 729"/>
                <a:gd name="T2" fmla="*/ 7 w 978"/>
                <a:gd name="T3" fmla="*/ 719 h 729"/>
                <a:gd name="T4" fmla="*/ 13 w 978"/>
                <a:gd name="T5" fmla="*/ 689 h 729"/>
                <a:gd name="T6" fmla="*/ 888 w 978"/>
                <a:gd name="T7" fmla="*/ 86 h 729"/>
                <a:gd name="T8" fmla="*/ 919 w 978"/>
                <a:gd name="T9" fmla="*/ 91 h 729"/>
                <a:gd name="T10" fmla="*/ 913 w 978"/>
                <a:gd name="T11" fmla="*/ 122 h 729"/>
                <a:gd name="T12" fmla="*/ 38 w 978"/>
                <a:gd name="T13" fmla="*/ 725 h 729"/>
                <a:gd name="T14" fmla="*/ 25 w 978"/>
                <a:gd name="T15" fmla="*/ 729 h 729"/>
                <a:gd name="T16" fmla="*/ 578 w 978"/>
                <a:gd name="T17" fmla="*/ 254 h 729"/>
                <a:gd name="T18" fmla="*/ 586 w 978"/>
                <a:gd name="T19" fmla="*/ 258 h 729"/>
                <a:gd name="T20" fmla="*/ 825 w 978"/>
                <a:gd name="T21" fmla="*/ 93 h 729"/>
                <a:gd name="T22" fmla="*/ 826 w 978"/>
                <a:gd name="T23" fmla="*/ 91 h 729"/>
                <a:gd name="T24" fmla="*/ 849 w 978"/>
                <a:gd name="T25" fmla="*/ 8 h 729"/>
                <a:gd name="T26" fmla="*/ 841 w 978"/>
                <a:gd name="T27" fmla="*/ 3 h 729"/>
                <a:gd name="T28" fmla="*/ 602 w 978"/>
                <a:gd name="T29" fmla="*/ 166 h 729"/>
                <a:gd name="T30" fmla="*/ 599 w 978"/>
                <a:gd name="T31" fmla="*/ 171 h 729"/>
                <a:gd name="T32" fmla="*/ 578 w 978"/>
                <a:gd name="T33" fmla="*/ 254 h 729"/>
                <a:gd name="T34" fmla="*/ 646 w 978"/>
                <a:gd name="T35" fmla="*/ 352 h 729"/>
                <a:gd name="T36" fmla="*/ 730 w 978"/>
                <a:gd name="T37" fmla="*/ 362 h 729"/>
                <a:gd name="T38" fmla="*/ 736 w 978"/>
                <a:gd name="T39" fmla="*/ 361 h 729"/>
                <a:gd name="T40" fmla="*/ 974 w 978"/>
                <a:gd name="T41" fmla="*/ 196 h 729"/>
                <a:gd name="T42" fmla="*/ 972 w 978"/>
                <a:gd name="T43" fmla="*/ 187 h 729"/>
                <a:gd name="T44" fmla="*/ 886 w 978"/>
                <a:gd name="T45" fmla="*/ 179 h 729"/>
                <a:gd name="T46" fmla="*/ 884 w 978"/>
                <a:gd name="T47" fmla="*/ 179 h 729"/>
                <a:gd name="T48" fmla="*/ 644 w 978"/>
                <a:gd name="T49" fmla="*/ 343 h 729"/>
                <a:gd name="T50" fmla="*/ 646 w 978"/>
                <a:gd name="T51" fmla="*/ 352 h 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8" h="729">
                  <a:moveTo>
                    <a:pt x="25" y="729"/>
                  </a:moveTo>
                  <a:cubicBezTo>
                    <a:pt x="18" y="729"/>
                    <a:pt x="11" y="726"/>
                    <a:pt x="7" y="719"/>
                  </a:cubicBezTo>
                  <a:cubicBezTo>
                    <a:pt x="0" y="709"/>
                    <a:pt x="3" y="696"/>
                    <a:pt x="13" y="689"/>
                  </a:cubicBezTo>
                  <a:cubicBezTo>
                    <a:pt x="888" y="86"/>
                    <a:pt x="888" y="86"/>
                    <a:pt x="888" y="86"/>
                  </a:cubicBezTo>
                  <a:cubicBezTo>
                    <a:pt x="898" y="79"/>
                    <a:pt x="912" y="81"/>
                    <a:pt x="919" y="91"/>
                  </a:cubicBezTo>
                  <a:cubicBezTo>
                    <a:pt x="926" y="101"/>
                    <a:pt x="923" y="115"/>
                    <a:pt x="913" y="122"/>
                  </a:cubicBezTo>
                  <a:cubicBezTo>
                    <a:pt x="38" y="725"/>
                    <a:pt x="38" y="725"/>
                    <a:pt x="38" y="725"/>
                  </a:cubicBezTo>
                  <a:cubicBezTo>
                    <a:pt x="34" y="728"/>
                    <a:pt x="30" y="729"/>
                    <a:pt x="25" y="729"/>
                  </a:cubicBezTo>
                  <a:close/>
                  <a:moveTo>
                    <a:pt x="578" y="254"/>
                  </a:moveTo>
                  <a:cubicBezTo>
                    <a:pt x="577" y="258"/>
                    <a:pt x="582" y="259"/>
                    <a:pt x="586" y="258"/>
                  </a:cubicBezTo>
                  <a:cubicBezTo>
                    <a:pt x="586" y="258"/>
                    <a:pt x="586" y="258"/>
                    <a:pt x="825" y="93"/>
                  </a:cubicBezTo>
                  <a:cubicBezTo>
                    <a:pt x="826" y="93"/>
                    <a:pt x="826" y="93"/>
                    <a:pt x="826" y="91"/>
                  </a:cubicBezTo>
                  <a:cubicBezTo>
                    <a:pt x="826" y="91"/>
                    <a:pt x="826" y="91"/>
                    <a:pt x="849" y="8"/>
                  </a:cubicBezTo>
                  <a:cubicBezTo>
                    <a:pt x="850" y="3"/>
                    <a:pt x="845" y="0"/>
                    <a:pt x="841" y="3"/>
                  </a:cubicBezTo>
                  <a:cubicBezTo>
                    <a:pt x="841" y="3"/>
                    <a:pt x="841" y="3"/>
                    <a:pt x="602" y="166"/>
                  </a:cubicBezTo>
                  <a:cubicBezTo>
                    <a:pt x="601" y="168"/>
                    <a:pt x="601" y="168"/>
                    <a:pt x="599" y="171"/>
                  </a:cubicBezTo>
                  <a:cubicBezTo>
                    <a:pt x="599" y="171"/>
                    <a:pt x="599" y="171"/>
                    <a:pt x="578" y="254"/>
                  </a:cubicBezTo>
                  <a:close/>
                  <a:moveTo>
                    <a:pt x="646" y="352"/>
                  </a:moveTo>
                  <a:cubicBezTo>
                    <a:pt x="730" y="362"/>
                    <a:pt x="730" y="362"/>
                    <a:pt x="730" y="362"/>
                  </a:cubicBezTo>
                  <a:cubicBezTo>
                    <a:pt x="734" y="361"/>
                    <a:pt x="734" y="361"/>
                    <a:pt x="736" y="361"/>
                  </a:cubicBezTo>
                  <a:cubicBezTo>
                    <a:pt x="974" y="196"/>
                    <a:pt x="974" y="196"/>
                    <a:pt x="974" y="196"/>
                  </a:cubicBezTo>
                  <a:cubicBezTo>
                    <a:pt x="978" y="194"/>
                    <a:pt x="978" y="187"/>
                    <a:pt x="972" y="187"/>
                  </a:cubicBezTo>
                  <a:cubicBezTo>
                    <a:pt x="886" y="179"/>
                    <a:pt x="886" y="179"/>
                    <a:pt x="886" y="179"/>
                  </a:cubicBezTo>
                  <a:cubicBezTo>
                    <a:pt x="884" y="177"/>
                    <a:pt x="884" y="177"/>
                    <a:pt x="884" y="179"/>
                  </a:cubicBezTo>
                  <a:cubicBezTo>
                    <a:pt x="644" y="343"/>
                    <a:pt x="644" y="343"/>
                    <a:pt x="644" y="343"/>
                  </a:cubicBezTo>
                  <a:cubicBezTo>
                    <a:pt x="642" y="347"/>
                    <a:pt x="642" y="351"/>
                    <a:pt x="646" y="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ns3:hiddenLine w="9525">
                  <a:solidFill>
                    <a:srgbClr val="FFFFFF"/>
                  </a:solidFill>
                  <a:round/>
                  <a:headEnd/>
                  <a:tailEnd/>
                </ns3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7" name="Freeform 26">
              <a:extLst>
                <a:ext uri="{FF2B5EF4-FFF2-40B4-BE49-F238E27FC236}">
                  <ns2:creationId id="{F562C458-32E3-43E7-BAF7-B4773D3C4A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2" y="756"/>
              <a:ext cx="2814" cy="2816"/>
            </a:xfrm>
            <a:custGeom>
              <a:avLst/>
              <a:gdLst>
                <a:gd name="T0" fmla="*/ 1016 w 1502"/>
                <a:gd name="T1" fmla="*/ 662 h 1502"/>
                <a:gd name="T2" fmla="*/ 1030 w 1502"/>
                <a:gd name="T3" fmla="*/ 751 h 1502"/>
                <a:gd name="T4" fmla="*/ 751 w 1502"/>
                <a:gd name="T5" fmla="*/ 1030 h 1502"/>
                <a:gd name="T6" fmla="*/ 472 w 1502"/>
                <a:gd name="T7" fmla="*/ 751 h 1502"/>
                <a:gd name="T8" fmla="*/ 751 w 1502"/>
                <a:gd name="T9" fmla="*/ 472 h 1502"/>
                <a:gd name="T10" fmla="*/ 929 w 1502"/>
                <a:gd name="T11" fmla="*/ 536 h 1502"/>
                <a:gd name="T12" fmla="*/ 819 w 1502"/>
                <a:gd name="T13" fmla="*/ 611 h 1502"/>
                <a:gd name="T14" fmla="*/ 751 w 1502"/>
                <a:gd name="T15" fmla="*/ 596 h 1502"/>
                <a:gd name="T16" fmla="*/ 596 w 1502"/>
                <a:gd name="T17" fmla="*/ 751 h 1502"/>
                <a:gd name="T18" fmla="*/ 751 w 1502"/>
                <a:gd name="T19" fmla="*/ 906 h 1502"/>
                <a:gd name="T20" fmla="*/ 906 w 1502"/>
                <a:gd name="T21" fmla="*/ 751 h 1502"/>
                <a:gd name="T22" fmla="*/ 906 w 1502"/>
                <a:gd name="T23" fmla="*/ 738 h 1502"/>
                <a:gd name="T24" fmla="*/ 1016 w 1502"/>
                <a:gd name="T25" fmla="*/ 662 h 1502"/>
                <a:gd name="T26" fmla="*/ 1107 w 1502"/>
                <a:gd name="T27" fmla="*/ 599 h 1502"/>
                <a:gd name="T28" fmla="*/ 1138 w 1502"/>
                <a:gd name="T29" fmla="*/ 751 h 1502"/>
                <a:gd name="T30" fmla="*/ 751 w 1502"/>
                <a:gd name="T31" fmla="*/ 1138 h 1502"/>
                <a:gd name="T32" fmla="*/ 364 w 1502"/>
                <a:gd name="T33" fmla="*/ 751 h 1502"/>
                <a:gd name="T34" fmla="*/ 751 w 1502"/>
                <a:gd name="T35" fmla="*/ 364 h 1502"/>
                <a:gd name="T36" fmla="*/ 1020 w 1502"/>
                <a:gd name="T37" fmla="*/ 473 h 1502"/>
                <a:gd name="T38" fmla="*/ 1124 w 1502"/>
                <a:gd name="T39" fmla="*/ 401 h 1502"/>
                <a:gd name="T40" fmla="*/ 751 w 1502"/>
                <a:gd name="T41" fmla="*/ 240 h 1502"/>
                <a:gd name="T42" fmla="*/ 240 w 1502"/>
                <a:gd name="T43" fmla="*/ 751 h 1502"/>
                <a:gd name="T44" fmla="*/ 751 w 1502"/>
                <a:gd name="T45" fmla="*/ 1262 h 1502"/>
                <a:gd name="T46" fmla="*/ 1262 w 1502"/>
                <a:gd name="T47" fmla="*/ 751 h 1502"/>
                <a:gd name="T48" fmla="*/ 1211 w 1502"/>
                <a:gd name="T49" fmla="*/ 528 h 1502"/>
                <a:gd name="T50" fmla="*/ 1107 w 1502"/>
                <a:gd name="T51" fmla="*/ 599 h 1502"/>
                <a:gd name="T52" fmla="*/ 1333 w 1502"/>
                <a:gd name="T53" fmla="*/ 443 h 1502"/>
                <a:gd name="T54" fmla="*/ 1307 w 1502"/>
                <a:gd name="T55" fmla="*/ 461 h 1502"/>
                <a:gd name="T56" fmla="*/ 1378 w 1502"/>
                <a:gd name="T57" fmla="*/ 751 h 1502"/>
                <a:gd name="T58" fmla="*/ 751 w 1502"/>
                <a:gd name="T59" fmla="*/ 1378 h 1502"/>
                <a:gd name="T60" fmla="*/ 124 w 1502"/>
                <a:gd name="T61" fmla="*/ 751 h 1502"/>
                <a:gd name="T62" fmla="*/ 751 w 1502"/>
                <a:gd name="T63" fmla="*/ 124 h 1502"/>
                <a:gd name="T64" fmla="*/ 1220 w 1502"/>
                <a:gd name="T65" fmla="*/ 335 h 1502"/>
                <a:gd name="T66" fmla="*/ 1246 w 1502"/>
                <a:gd name="T67" fmla="*/ 317 h 1502"/>
                <a:gd name="T68" fmla="*/ 1273 w 1502"/>
                <a:gd name="T69" fmla="*/ 211 h 1502"/>
                <a:gd name="T70" fmla="*/ 751 w 1502"/>
                <a:gd name="T71" fmla="*/ 0 h 1502"/>
                <a:gd name="T72" fmla="*/ 0 w 1502"/>
                <a:gd name="T73" fmla="*/ 751 h 1502"/>
                <a:gd name="T74" fmla="*/ 751 w 1502"/>
                <a:gd name="T75" fmla="*/ 1502 h 1502"/>
                <a:gd name="T76" fmla="*/ 1502 w 1502"/>
                <a:gd name="T77" fmla="*/ 751 h 1502"/>
                <a:gd name="T78" fmla="*/ 1442 w 1502"/>
                <a:gd name="T79" fmla="*/ 456 h 1502"/>
                <a:gd name="T80" fmla="*/ 1333 w 1502"/>
                <a:gd name="T81" fmla="*/ 443 h 1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02" h="1502">
                  <a:moveTo>
                    <a:pt x="1016" y="662"/>
                  </a:moveTo>
                  <a:cubicBezTo>
                    <a:pt x="1025" y="690"/>
                    <a:pt x="1030" y="720"/>
                    <a:pt x="1030" y="751"/>
                  </a:cubicBezTo>
                  <a:cubicBezTo>
                    <a:pt x="1030" y="905"/>
                    <a:pt x="905" y="1030"/>
                    <a:pt x="751" y="1030"/>
                  </a:cubicBezTo>
                  <a:cubicBezTo>
                    <a:pt x="597" y="1030"/>
                    <a:pt x="472" y="905"/>
                    <a:pt x="472" y="751"/>
                  </a:cubicBezTo>
                  <a:cubicBezTo>
                    <a:pt x="472" y="597"/>
                    <a:pt x="597" y="472"/>
                    <a:pt x="751" y="472"/>
                  </a:cubicBezTo>
                  <a:cubicBezTo>
                    <a:pt x="818" y="472"/>
                    <a:pt x="880" y="496"/>
                    <a:pt x="929" y="536"/>
                  </a:cubicBezTo>
                  <a:cubicBezTo>
                    <a:pt x="819" y="611"/>
                    <a:pt x="819" y="611"/>
                    <a:pt x="819" y="611"/>
                  </a:cubicBezTo>
                  <a:cubicBezTo>
                    <a:pt x="798" y="601"/>
                    <a:pt x="775" y="596"/>
                    <a:pt x="751" y="596"/>
                  </a:cubicBezTo>
                  <a:cubicBezTo>
                    <a:pt x="665" y="596"/>
                    <a:pt x="596" y="665"/>
                    <a:pt x="596" y="751"/>
                  </a:cubicBezTo>
                  <a:cubicBezTo>
                    <a:pt x="596" y="836"/>
                    <a:pt x="665" y="906"/>
                    <a:pt x="751" y="906"/>
                  </a:cubicBezTo>
                  <a:cubicBezTo>
                    <a:pt x="837" y="906"/>
                    <a:pt x="906" y="836"/>
                    <a:pt x="906" y="751"/>
                  </a:cubicBezTo>
                  <a:cubicBezTo>
                    <a:pt x="906" y="746"/>
                    <a:pt x="906" y="742"/>
                    <a:pt x="906" y="738"/>
                  </a:cubicBezTo>
                  <a:lnTo>
                    <a:pt x="1016" y="662"/>
                  </a:lnTo>
                  <a:close/>
                  <a:moveTo>
                    <a:pt x="1107" y="599"/>
                  </a:moveTo>
                  <a:cubicBezTo>
                    <a:pt x="1127" y="646"/>
                    <a:pt x="1138" y="697"/>
                    <a:pt x="1138" y="751"/>
                  </a:cubicBezTo>
                  <a:cubicBezTo>
                    <a:pt x="1138" y="964"/>
                    <a:pt x="964" y="1138"/>
                    <a:pt x="751" y="1138"/>
                  </a:cubicBezTo>
                  <a:cubicBezTo>
                    <a:pt x="537" y="1138"/>
                    <a:pt x="364" y="964"/>
                    <a:pt x="364" y="751"/>
                  </a:cubicBezTo>
                  <a:cubicBezTo>
                    <a:pt x="364" y="537"/>
                    <a:pt x="537" y="364"/>
                    <a:pt x="751" y="364"/>
                  </a:cubicBezTo>
                  <a:cubicBezTo>
                    <a:pt x="855" y="364"/>
                    <a:pt x="950" y="405"/>
                    <a:pt x="1020" y="473"/>
                  </a:cubicBezTo>
                  <a:cubicBezTo>
                    <a:pt x="1124" y="401"/>
                    <a:pt x="1124" y="401"/>
                    <a:pt x="1124" y="401"/>
                  </a:cubicBezTo>
                  <a:cubicBezTo>
                    <a:pt x="1030" y="302"/>
                    <a:pt x="898" y="240"/>
                    <a:pt x="751" y="240"/>
                  </a:cubicBezTo>
                  <a:cubicBezTo>
                    <a:pt x="469" y="240"/>
                    <a:pt x="240" y="469"/>
                    <a:pt x="240" y="751"/>
                  </a:cubicBezTo>
                  <a:cubicBezTo>
                    <a:pt x="240" y="1033"/>
                    <a:pt x="469" y="1262"/>
                    <a:pt x="751" y="1262"/>
                  </a:cubicBezTo>
                  <a:cubicBezTo>
                    <a:pt x="1033" y="1262"/>
                    <a:pt x="1262" y="1033"/>
                    <a:pt x="1262" y="751"/>
                  </a:cubicBezTo>
                  <a:cubicBezTo>
                    <a:pt x="1262" y="671"/>
                    <a:pt x="1244" y="595"/>
                    <a:pt x="1211" y="528"/>
                  </a:cubicBezTo>
                  <a:lnTo>
                    <a:pt x="1107" y="599"/>
                  </a:lnTo>
                  <a:close/>
                  <a:moveTo>
                    <a:pt x="1333" y="443"/>
                  </a:moveTo>
                  <a:cubicBezTo>
                    <a:pt x="1307" y="461"/>
                    <a:pt x="1307" y="461"/>
                    <a:pt x="1307" y="461"/>
                  </a:cubicBezTo>
                  <a:cubicBezTo>
                    <a:pt x="1352" y="548"/>
                    <a:pt x="1378" y="646"/>
                    <a:pt x="1378" y="751"/>
                  </a:cubicBezTo>
                  <a:cubicBezTo>
                    <a:pt x="1378" y="1097"/>
                    <a:pt x="1097" y="1378"/>
                    <a:pt x="751" y="1378"/>
                  </a:cubicBezTo>
                  <a:cubicBezTo>
                    <a:pt x="405" y="1378"/>
                    <a:pt x="124" y="1097"/>
                    <a:pt x="124" y="751"/>
                  </a:cubicBezTo>
                  <a:cubicBezTo>
                    <a:pt x="124" y="405"/>
                    <a:pt x="405" y="124"/>
                    <a:pt x="751" y="124"/>
                  </a:cubicBezTo>
                  <a:cubicBezTo>
                    <a:pt x="937" y="124"/>
                    <a:pt x="1105" y="205"/>
                    <a:pt x="1220" y="335"/>
                  </a:cubicBezTo>
                  <a:cubicBezTo>
                    <a:pt x="1246" y="317"/>
                    <a:pt x="1246" y="317"/>
                    <a:pt x="1246" y="317"/>
                  </a:cubicBezTo>
                  <a:cubicBezTo>
                    <a:pt x="1273" y="211"/>
                    <a:pt x="1273" y="211"/>
                    <a:pt x="1273" y="211"/>
                  </a:cubicBezTo>
                  <a:cubicBezTo>
                    <a:pt x="1138" y="80"/>
                    <a:pt x="954" y="0"/>
                    <a:pt x="751" y="0"/>
                  </a:cubicBezTo>
                  <a:cubicBezTo>
                    <a:pt x="337" y="0"/>
                    <a:pt x="0" y="337"/>
                    <a:pt x="0" y="751"/>
                  </a:cubicBezTo>
                  <a:cubicBezTo>
                    <a:pt x="0" y="1165"/>
                    <a:pt x="337" y="1502"/>
                    <a:pt x="751" y="1502"/>
                  </a:cubicBezTo>
                  <a:cubicBezTo>
                    <a:pt x="1165" y="1502"/>
                    <a:pt x="1502" y="1165"/>
                    <a:pt x="1502" y="751"/>
                  </a:cubicBezTo>
                  <a:cubicBezTo>
                    <a:pt x="1502" y="646"/>
                    <a:pt x="1480" y="547"/>
                    <a:pt x="1442" y="456"/>
                  </a:cubicBezTo>
                  <a:lnTo>
                    <a:pt x="1333" y="4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ns3:hiddenLine w="9525">
                  <a:solidFill>
                    <a:srgbClr val="FFFFFF"/>
                  </a:solidFill>
                  <a:round/>
                  <a:headEnd/>
                  <a:tailEnd/>
                </ns3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8" name="TB208"/>
          <p:cNvSpPr txBox="1"/>
          <p:nvPr/>
        </p:nvSpPr>
        <p:spPr>
          <a:xfrm>
            <a:off x="1682495" y="3304032"/>
            <a:ext cx="38404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b="1">
                <a:solidFill>
                  <a:srgbClr val="295E7E"/>
                </a:solidFill>
                <a:latin typeface="Trebuchet MS"/>
              </a:rPr>
              <a:t>Reference refresh (daily)</a:t>
            </a:r>
          </a:p>
        </p:txBody>
      </p:sp>
      <p:sp>
        <p:nvSpPr>
          <p:cNvPr id="209" name="TB209"/>
          <p:cNvSpPr txBox="1"/>
          <p:nvPr/>
        </p:nvSpPr>
        <p:spPr>
          <a:xfrm>
            <a:off x="1682495" y="3614928"/>
            <a:ext cx="9656064" cy="487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>
                <a:solidFill>
                  <a:srgbClr val="575757"/>
                </a:solidFill>
                <a:latin typeface="Trebuchet MS"/>
              </a:rPr>
              <a:t>Slow-moving master data on a relaxed SLA.</a:t>
            </a:r>
          </a:p>
        </p:txBody>
      </p:sp>
      <p:sp>
        <p:nvSpPr>
          <p:cNvPr id="210" name="RR210"/>
          <p:cNvSpPr/>
          <p:nvPr/>
        </p:nvSpPr>
        <p:spPr>
          <a:xfrm>
            <a:off x="630936" y="4312920"/>
            <a:ext cx="10936224" cy="990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1" name="R211"/>
          <p:cNvSpPr/>
          <p:nvPr/>
        </p:nvSpPr>
        <p:spPr>
          <a:xfrm>
            <a:off x="630936" y="4312920"/>
            <a:ext cx="73152" cy="99060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212" name="O212"/>
          <p:cNvSpPr/>
          <p:nvPr/>
        </p:nvSpPr>
        <p:spPr>
          <a:xfrm>
            <a:off x="859536" y="4533900"/>
            <a:ext cx="548640" cy="548640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grpSp>
        <p:nvGrpSpPr>
          <p:cNvPr id="213" name="svg_Robotics_Advanced_Automation_Technology"/>
          <p:cNvGrpSpPr>
            <a:grpSpLocks noChangeAspect="1"/>
          </p:cNvGrpSpPr>
          <p:nvPr/>
        </p:nvGrpSpPr>
        <p:grpSpPr bwMode="auto">
          <a:xfrm>
            <a:off x="969264" y="4643628"/>
            <a:ext cx="347472" cy="347472"/>
            <a:chOff x="0" y="0"/>
            <a:chExt cx="10000" cy="10000"/>
          </a:xfrm>
        </p:grpSpPr>
        <p:sp>
          <p:nvSpPr>
            <p:cNvPr id="214" name="Path 11"/>
            <p:cNvSpPr/>
            <p:nvPr/>
          </p:nvSpPr>
          <p:spPr bwMode="auto">
            <a:xfrm>
              <a:off x="0" y="0"/>
              <a:ext cx="10000" cy="10000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8894" y="7866"/>
                  </a:moveTo>
                  <a:cubicBezTo>
                    <a:pt x="4587" y="7866"/>
                    <a:pt x="4587" y="7866"/>
                    <a:pt x="4587" y="7866"/>
                  </a:cubicBezTo>
                  <a:cubicBezTo>
                    <a:pt x="4587" y="7283"/>
                    <a:pt x="4587" y="7283"/>
                    <a:pt x="4587" y="7283"/>
                  </a:cubicBezTo>
                  <a:cubicBezTo>
                    <a:pt x="4587" y="7235"/>
                    <a:pt x="4553" y="7201"/>
                    <a:pt x="4505" y="7201"/>
                  </a:cubicBezTo>
                  <a:cubicBezTo>
                    <a:pt x="4242" y="7201"/>
                    <a:pt x="4242" y="7201"/>
                    <a:pt x="4242" y="7201"/>
                  </a:cubicBezTo>
                  <a:cubicBezTo>
                    <a:pt x="4242" y="6903"/>
                    <a:pt x="4242" y="6622"/>
                    <a:pt x="4242" y="6622"/>
                  </a:cubicBezTo>
                  <a:cubicBezTo>
                    <a:pt x="2209" y="6622"/>
                    <a:pt x="2209" y="6622"/>
                    <a:pt x="2209" y="6622"/>
                  </a:cubicBezTo>
                  <a:cubicBezTo>
                    <a:pt x="2209" y="7123"/>
                    <a:pt x="2209" y="7201"/>
                    <a:pt x="2209" y="7201"/>
                  </a:cubicBezTo>
                  <a:cubicBezTo>
                    <a:pt x="1937" y="7201"/>
                    <a:pt x="1937" y="7201"/>
                    <a:pt x="1937" y="7201"/>
                  </a:cubicBezTo>
                  <a:cubicBezTo>
                    <a:pt x="1889" y="7201"/>
                    <a:pt x="1855" y="7235"/>
                    <a:pt x="1855" y="7283"/>
                  </a:cubicBezTo>
                  <a:cubicBezTo>
                    <a:pt x="1855" y="7866"/>
                    <a:pt x="1855" y="7866"/>
                    <a:pt x="1855" y="7866"/>
                  </a:cubicBezTo>
                  <a:cubicBezTo>
                    <a:pt x="1595" y="7866"/>
                    <a:pt x="1595" y="7866"/>
                    <a:pt x="1595" y="7866"/>
                  </a:cubicBezTo>
                  <a:cubicBezTo>
                    <a:pt x="1548" y="7866"/>
                    <a:pt x="1513" y="7896"/>
                    <a:pt x="1513" y="7948"/>
                  </a:cubicBezTo>
                  <a:cubicBezTo>
                    <a:pt x="1513" y="8237"/>
                    <a:pt x="1513" y="8237"/>
                    <a:pt x="1513" y="8237"/>
                  </a:cubicBezTo>
                  <a:cubicBezTo>
                    <a:pt x="1513" y="8285"/>
                    <a:pt x="1548" y="8319"/>
                    <a:pt x="1595" y="8319"/>
                  </a:cubicBezTo>
                  <a:cubicBezTo>
                    <a:pt x="8894" y="8319"/>
                    <a:pt x="8894" y="8319"/>
                    <a:pt x="8894" y="8319"/>
                  </a:cubicBezTo>
                  <a:cubicBezTo>
                    <a:pt x="8942" y="8319"/>
                    <a:pt x="8977" y="8285"/>
                    <a:pt x="8977" y="8237"/>
                  </a:cubicBezTo>
                  <a:cubicBezTo>
                    <a:pt x="8977" y="7948"/>
                    <a:pt x="8977" y="7948"/>
                    <a:pt x="8977" y="7948"/>
                  </a:cubicBezTo>
                  <a:cubicBezTo>
                    <a:pt x="8977" y="7896"/>
                    <a:pt x="8942" y="7866"/>
                    <a:pt x="8894" y="7866"/>
                  </a:cubicBezTo>
                  <a:close/>
                  <a:moveTo>
                    <a:pt x="3126" y="3073"/>
                  </a:moveTo>
                  <a:cubicBezTo>
                    <a:pt x="3126" y="2451"/>
                    <a:pt x="2616" y="1941"/>
                    <a:pt x="1989" y="1941"/>
                  </a:cubicBezTo>
                  <a:cubicBezTo>
                    <a:pt x="1366" y="1941"/>
                    <a:pt x="856" y="2451"/>
                    <a:pt x="856" y="3073"/>
                  </a:cubicBezTo>
                  <a:cubicBezTo>
                    <a:pt x="856" y="3699"/>
                    <a:pt x="1366" y="4208"/>
                    <a:pt x="1989" y="4208"/>
                  </a:cubicBezTo>
                  <a:cubicBezTo>
                    <a:pt x="2616" y="4208"/>
                    <a:pt x="3126" y="3699"/>
                    <a:pt x="3126" y="3073"/>
                  </a:cubicBezTo>
                  <a:close/>
                  <a:moveTo>
                    <a:pt x="1046" y="3073"/>
                  </a:moveTo>
                  <a:cubicBezTo>
                    <a:pt x="1046" y="2554"/>
                    <a:pt x="1470" y="2131"/>
                    <a:pt x="1989" y="2131"/>
                  </a:cubicBezTo>
                  <a:cubicBezTo>
                    <a:pt x="2512" y="2131"/>
                    <a:pt x="2936" y="2554"/>
                    <a:pt x="2936" y="3073"/>
                  </a:cubicBezTo>
                  <a:cubicBezTo>
                    <a:pt x="2936" y="3595"/>
                    <a:pt x="2512" y="4018"/>
                    <a:pt x="1989" y="4018"/>
                  </a:cubicBezTo>
                  <a:cubicBezTo>
                    <a:pt x="1470" y="4018"/>
                    <a:pt x="1046" y="3595"/>
                    <a:pt x="1046" y="3073"/>
                  </a:cubicBezTo>
                  <a:close/>
                  <a:moveTo>
                    <a:pt x="5971" y="2697"/>
                  </a:moveTo>
                  <a:cubicBezTo>
                    <a:pt x="6473" y="2511"/>
                    <a:pt x="6728" y="1946"/>
                    <a:pt x="6542" y="1449"/>
                  </a:cubicBezTo>
                  <a:cubicBezTo>
                    <a:pt x="6352" y="948"/>
                    <a:pt x="5790" y="689"/>
                    <a:pt x="5288" y="875"/>
                  </a:cubicBezTo>
                  <a:cubicBezTo>
                    <a:pt x="4786" y="1065"/>
                    <a:pt x="4531" y="1626"/>
                    <a:pt x="4717" y="2131"/>
                  </a:cubicBezTo>
                  <a:cubicBezTo>
                    <a:pt x="4903" y="2628"/>
                    <a:pt x="5470" y="2883"/>
                    <a:pt x="5971" y="2697"/>
                  </a:cubicBezTo>
                  <a:close/>
                  <a:moveTo>
                    <a:pt x="5357" y="1056"/>
                  </a:moveTo>
                  <a:cubicBezTo>
                    <a:pt x="5759" y="905"/>
                    <a:pt x="6209" y="1108"/>
                    <a:pt x="6365" y="1514"/>
                  </a:cubicBezTo>
                  <a:cubicBezTo>
                    <a:pt x="6512" y="1915"/>
                    <a:pt x="6309" y="2369"/>
                    <a:pt x="5906" y="2516"/>
                  </a:cubicBezTo>
                  <a:cubicBezTo>
                    <a:pt x="5500" y="2671"/>
                    <a:pt x="5046" y="2464"/>
                    <a:pt x="4899" y="2062"/>
                  </a:cubicBezTo>
                  <a:cubicBezTo>
                    <a:pt x="4743" y="1656"/>
                    <a:pt x="4951" y="1207"/>
                    <a:pt x="5357" y="1056"/>
                  </a:cubicBezTo>
                  <a:close/>
                  <a:moveTo>
                    <a:pt x="7459" y="4783"/>
                  </a:moveTo>
                  <a:cubicBezTo>
                    <a:pt x="7493" y="4822"/>
                    <a:pt x="7549" y="4826"/>
                    <a:pt x="7588" y="4796"/>
                  </a:cubicBezTo>
                  <a:cubicBezTo>
                    <a:pt x="7623" y="5340"/>
                    <a:pt x="7623" y="5340"/>
                    <a:pt x="7623" y="5340"/>
                  </a:cubicBezTo>
                  <a:cubicBezTo>
                    <a:pt x="7627" y="5383"/>
                    <a:pt x="7658" y="5417"/>
                    <a:pt x="7701" y="5426"/>
                  </a:cubicBezTo>
                  <a:cubicBezTo>
                    <a:pt x="7701" y="5426"/>
                    <a:pt x="7705" y="5426"/>
                    <a:pt x="7705" y="5426"/>
                  </a:cubicBezTo>
                  <a:cubicBezTo>
                    <a:pt x="8133" y="5491"/>
                    <a:pt x="8133" y="5491"/>
                    <a:pt x="8133" y="5491"/>
                  </a:cubicBezTo>
                  <a:cubicBezTo>
                    <a:pt x="8189" y="5499"/>
                    <a:pt x="8237" y="5461"/>
                    <a:pt x="8241" y="5409"/>
                  </a:cubicBezTo>
                  <a:cubicBezTo>
                    <a:pt x="8250" y="5357"/>
                    <a:pt x="8215" y="5310"/>
                    <a:pt x="8164" y="5301"/>
                  </a:cubicBezTo>
                  <a:cubicBezTo>
                    <a:pt x="7809" y="5249"/>
                    <a:pt x="7809" y="5249"/>
                    <a:pt x="7809" y="5249"/>
                  </a:cubicBezTo>
                  <a:cubicBezTo>
                    <a:pt x="7770" y="4670"/>
                    <a:pt x="7770" y="4670"/>
                    <a:pt x="7770" y="4670"/>
                  </a:cubicBezTo>
                  <a:cubicBezTo>
                    <a:pt x="7766" y="4662"/>
                    <a:pt x="7766" y="4649"/>
                    <a:pt x="7761" y="4640"/>
                  </a:cubicBezTo>
                  <a:cubicBezTo>
                    <a:pt x="8129" y="4316"/>
                    <a:pt x="8129" y="4316"/>
                    <a:pt x="8129" y="4316"/>
                  </a:cubicBezTo>
                  <a:cubicBezTo>
                    <a:pt x="8138" y="4321"/>
                    <a:pt x="8146" y="4325"/>
                    <a:pt x="8155" y="4329"/>
                  </a:cubicBezTo>
                  <a:cubicBezTo>
                    <a:pt x="8155" y="4329"/>
                    <a:pt x="8155" y="4329"/>
                    <a:pt x="8155" y="4329"/>
                  </a:cubicBezTo>
                  <a:cubicBezTo>
                    <a:pt x="8726" y="4437"/>
                    <a:pt x="8726" y="4437"/>
                    <a:pt x="8726" y="4437"/>
                  </a:cubicBezTo>
                  <a:cubicBezTo>
                    <a:pt x="8734" y="4796"/>
                    <a:pt x="8734" y="4796"/>
                    <a:pt x="8734" y="4796"/>
                  </a:cubicBezTo>
                  <a:cubicBezTo>
                    <a:pt x="8739" y="4839"/>
                    <a:pt x="8769" y="4878"/>
                    <a:pt x="8812" y="4886"/>
                  </a:cubicBezTo>
                  <a:cubicBezTo>
                    <a:pt x="8821" y="4886"/>
                    <a:pt x="8825" y="4891"/>
                    <a:pt x="8834" y="4886"/>
                  </a:cubicBezTo>
                  <a:cubicBezTo>
                    <a:pt x="8886" y="4886"/>
                    <a:pt x="8929" y="4843"/>
                    <a:pt x="8925" y="4791"/>
                  </a:cubicBezTo>
                  <a:cubicBezTo>
                    <a:pt x="8916" y="4359"/>
                    <a:pt x="8916" y="4359"/>
                    <a:pt x="8916" y="4359"/>
                  </a:cubicBezTo>
                  <a:cubicBezTo>
                    <a:pt x="8916" y="4312"/>
                    <a:pt x="8881" y="4273"/>
                    <a:pt x="8838" y="4265"/>
                  </a:cubicBezTo>
                  <a:cubicBezTo>
                    <a:pt x="8302" y="4161"/>
                    <a:pt x="8302" y="4161"/>
                    <a:pt x="8302" y="4161"/>
                  </a:cubicBezTo>
                  <a:cubicBezTo>
                    <a:pt x="8337" y="4126"/>
                    <a:pt x="8337" y="4075"/>
                    <a:pt x="8306" y="4036"/>
                  </a:cubicBezTo>
                  <a:cubicBezTo>
                    <a:pt x="8159" y="3867"/>
                    <a:pt x="8159" y="3867"/>
                    <a:pt x="8159" y="3867"/>
                  </a:cubicBezTo>
                  <a:cubicBezTo>
                    <a:pt x="8125" y="3828"/>
                    <a:pt x="8064" y="3828"/>
                    <a:pt x="8025" y="3863"/>
                  </a:cubicBezTo>
                  <a:cubicBezTo>
                    <a:pt x="7320" y="4485"/>
                    <a:pt x="7320" y="4485"/>
                    <a:pt x="7320" y="4485"/>
                  </a:cubicBezTo>
                  <a:cubicBezTo>
                    <a:pt x="7281" y="4519"/>
                    <a:pt x="7277" y="4580"/>
                    <a:pt x="7312" y="4619"/>
                  </a:cubicBezTo>
                  <a:lnTo>
                    <a:pt x="7459" y="478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  <p:sp>
          <p:nvSpPr>
            <p:cNvPr id="215" name="Path 12"/>
            <p:cNvSpPr/>
            <p:nvPr/>
          </p:nvSpPr>
          <p:spPr bwMode="auto">
            <a:xfrm>
              <a:off x="0" y="0"/>
              <a:ext cx="10000" cy="10000"/>
            </a:xfrm>
            <a:custGeom>
              <a:avLst/>
              <a:gdLst/>
              <a:ahLst/>
              <a:cxnLst/>
              <a:rect l="0" t="0" r="10000" b="10000"/>
              <a:pathLst>
                <a:path w="10000" h="10000">
                  <a:moveTo>
                    <a:pt x="4283" y="5814"/>
                  </a:moveTo>
                  <a:cubicBezTo>
                    <a:pt x="4020" y="5814"/>
                    <a:pt x="4020" y="5814"/>
                    <a:pt x="4020" y="5814"/>
                  </a:cubicBezTo>
                  <a:cubicBezTo>
                    <a:pt x="3377" y="4473"/>
                    <a:pt x="3144" y="3997"/>
                    <a:pt x="3066" y="3833"/>
                  </a:cubicBezTo>
                  <a:cubicBezTo>
                    <a:pt x="2829" y="4166"/>
                    <a:pt x="2437" y="4387"/>
                    <a:pt x="1997" y="4387"/>
                  </a:cubicBezTo>
                  <a:cubicBezTo>
                    <a:pt x="1954" y="4387"/>
                    <a:pt x="1915" y="4382"/>
                    <a:pt x="1871" y="4378"/>
                  </a:cubicBezTo>
                  <a:cubicBezTo>
                    <a:pt x="2355" y="5659"/>
                    <a:pt x="2411" y="5814"/>
                    <a:pt x="2411" y="5814"/>
                  </a:cubicBezTo>
                  <a:cubicBezTo>
                    <a:pt x="2130" y="5814"/>
                    <a:pt x="2130" y="5814"/>
                    <a:pt x="2130" y="5814"/>
                  </a:cubicBezTo>
                  <a:cubicBezTo>
                    <a:pt x="2083" y="5814"/>
                    <a:pt x="2048" y="5849"/>
                    <a:pt x="2048" y="5897"/>
                  </a:cubicBezTo>
                  <a:cubicBezTo>
                    <a:pt x="2048" y="6338"/>
                    <a:pt x="2048" y="6338"/>
                    <a:pt x="2048" y="6338"/>
                  </a:cubicBezTo>
                  <a:cubicBezTo>
                    <a:pt x="2048" y="6386"/>
                    <a:pt x="2083" y="6420"/>
                    <a:pt x="2130" y="6420"/>
                  </a:cubicBezTo>
                  <a:cubicBezTo>
                    <a:pt x="4283" y="6420"/>
                    <a:pt x="4283" y="6420"/>
                    <a:pt x="4283" y="6420"/>
                  </a:cubicBezTo>
                  <a:cubicBezTo>
                    <a:pt x="4331" y="6420"/>
                    <a:pt x="4361" y="6386"/>
                    <a:pt x="4361" y="6338"/>
                  </a:cubicBezTo>
                  <a:cubicBezTo>
                    <a:pt x="4361" y="5897"/>
                    <a:pt x="4361" y="5897"/>
                    <a:pt x="4361" y="5897"/>
                  </a:cubicBezTo>
                  <a:cubicBezTo>
                    <a:pt x="4361" y="5849"/>
                    <a:pt x="4331" y="5814"/>
                    <a:pt x="4283" y="5814"/>
                  </a:cubicBezTo>
                  <a:close/>
                  <a:moveTo>
                    <a:pt x="2747" y="3058"/>
                  </a:moveTo>
                  <a:cubicBezTo>
                    <a:pt x="2747" y="2643"/>
                    <a:pt x="2411" y="2306"/>
                    <a:pt x="1992" y="2306"/>
                  </a:cubicBezTo>
                  <a:cubicBezTo>
                    <a:pt x="1578" y="2306"/>
                    <a:pt x="1242" y="2643"/>
                    <a:pt x="1242" y="3058"/>
                  </a:cubicBezTo>
                  <a:cubicBezTo>
                    <a:pt x="1242" y="3478"/>
                    <a:pt x="1578" y="3816"/>
                    <a:pt x="1992" y="3816"/>
                  </a:cubicBezTo>
                  <a:cubicBezTo>
                    <a:pt x="2411" y="3816"/>
                    <a:pt x="2747" y="3478"/>
                    <a:pt x="2747" y="3058"/>
                  </a:cubicBezTo>
                  <a:close/>
                  <a:moveTo>
                    <a:pt x="4477" y="1609"/>
                  </a:moveTo>
                  <a:cubicBezTo>
                    <a:pt x="2972" y="2154"/>
                    <a:pt x="2972" y="2154"/>
                    <a:pt x="2972" y="2154"/>
                  </a:cubicBezTo>
                  <a:cubicBezTo>
                    <a:pt x="2954" y="2154"/>
                    <a:pt x="2954" y="2154"/>
                    <a:pt x="2954" y="2154"/>
                  </a:cubicBezTo>
                  <a:cubicBezTo>
                    <a:pt x="3071" y="2284"/>
                    <a:pt x="3166" y="2427"/>
                    <a:pt x="3231" y="2600"/>
                  </a:cubicBezTo>
                  <a:cubicBezTo>
                    <a:pt x="3304" y="2795"/>
                    <a:pt x="3325" y="2994"/>
                    <a:pt x="3308" y="3184"/>
                  </a:cubicBezTo>
                  <a:cubicBezTo>
                    <a:pt x="4171" y="2842"/>
                    <a:pt x="4598" y="2669"/>
                    <a:pt x="4801" y="2587"/>
                  </a:cubicBezTo>
                  <a:cubicBezTo>
                    <a:pt x="4689" y="2474"/>
                    <a:pt x="4598" y="2340"/>
                    <a:pt x="4538" y="2180"/>
                  </a:cubicBezTo>
                  <a:cubicBezTo>
                    <a:pt x="4469" y="1990"/>
                    <a:pt x="4451" y="1795"/>
                    <a:pt x="4477" y="1609"/>
                  </a:cubicBezTo>
                  <a:close/>
                  <a:moveTo>
                    <a:pt x="8817" y="5075"/>
                  </a:moveTo>
                  <a:cubicBezTo>
                    <a:pt x="8636" y="5036"/>
                    <a:pt x="8464" y="5152"/>
                    <a:pt x="8425" y="5334"/>
                  </a:cubicBezTo>
                  <a:cubicBezTo>
                    <a:pt x="8390" y="5512"/>
                    <a:pt x="8503" y="5689"/>
                    <a:pt x="8684" y="5724"/>
                  </a:cubicBezTo>
                  <a:cubicBezTo>
                    <a:pt x="8865" y="5763"/>
                    <a:pt x="9037" y="5646"/>
                    <a:pt x="9076" y="5468"/>
                  </a:cubicBezTo>
                  <a:cubicBezTo>
                    <a:pt x="9111" y="5287"/>
                    <a:pt x="8998" y="5109"/>
                    <a:pt x="8817" y="5075"/>
                  </a:cubicBezTo>
                  <a:close/>
                  <a:moveTo>
                    <a:pt x="6177" y="1566"/>
                  </a:moveTo>
                  <a:cubicBezTo>
                    <a:pt x="6091" y="1332"/>
                    <a:pt x="5871" y="1176"/>
                    <a:pt x="5625" y="1176"/>
                  </a:cubicBezTo>
                  <a:cubicBezTo>
                    <a:pt x="5556" y="1176"/>
                    <a:pt x="5487" y="1189"/>
                    <a:pt x="5418" y="1215"/>
                  </a:cubicBezTo>
                  <a:cubicBezTo>
                    <a:pt x="5111" y="1332"/>
                    <a:pt x="4956" y="1674"/>
                    <a:pt x="5073" y="1981"/>
                  </a:cubicBezTo>
                  <a:cubicBezTo>
                    <a:pt x="5159" y="2210"/>
                    <a:pt x="5379" y="2362"/>
                    <a:pt x="5625" y="2362"/>
                  </a:cubicBezTo>
                  <a:cubicBezTo>
                    <a:pt x="5694" y="2362"/>
                    <a:pt x="5767" y="2349"/>
                    <a:pt x="5832" y="2323"/>
                  </a:cubicBezTo>
                  <a:cubicBezTo>
                    <a:pt x="6138" y="2210"/>
                    <a:pt x="6294" y="1869"/>
                    <a:pt x="6177" y="1566"/>
                  </a:cubicBezTo>
                  <a:close/>
                  <a:moveTo>
                    <a:pt x="5879" y="2903"/>
                  </a:moveTo>
                  <a:cubicBezTo>
                    <a:pt x="6527" y="3651"/>
                    <a:pt x="6915" y="4101"/>
                    <a:pt x="7152" y="4369"/>
                  </a:cubicBezTo>
                  <a:cubicBezTo>
                    <a:pt x="7161" y="4356"/>
                    <a:pt x="7174" y="4344"/>
                    <a:pt x="7187" y="4330"/>
                  </a:cubicBezTo>
                  <a:cubicBezTo>
                    <a:pt x="7890" y="3707"/>
                    <a:pt x="7890" y="3707"/>
                    <a:pt x="7890" y="3707"/>
                  </a:cubicBezTo>
                  <a:cubicBezTo>
                    <a:pt x="7903" y="3694"/>
                    <a:pt x="7916" y="3686"/>
                    <a:pt x="7929" y="3677"/>
                  </a:cubicBezTo>
                  <a:cubicBezTo>
                    <a:pt x="7199" y="2829"/>
                    <a:pt x="6846" y="2418"/>
                    <a:pt x="6686" y="2236"/>
                  </a:cubicBezTo>
                  <a:cubicBezTo>
                    <a:pt x="6539" y="2565"/>
                    <a:pt x="6246" y="2821"/>
                    <a:pt x="5879" y="290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216" name="TB216"/>
          <p:cNvSpPr txBox="1"/>
          <p:nvPr/>
        </p:nvSpPr>
        <p:spPr>
          <a:xfrm>
            <a:off x="1682495" y="4422648"/>
            <a:ext cx="384048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b="1">
                <a:solidFill>
                  <a:srgbClr val="575757"/>
                </a:solidFill>
                <a:latin typeface="Trebuchet MS"/>
              </a:rPr>
              <a:t>Stream monitor (5-minute)</a:t>
            </a:r>
          </a:p>
        </p:txBody>
      </p:sp>
      <p:sp>
        <p:nvSpPr>
          <p:cNvPr id="217" name="TB217"/>
          <p:cNvSpPr txBox="1"/>
          <p:nvPr/>
        </p:nvSpPr>
        <p:spPr>
          <a:xfrm>
            <a:off x="1682495" y="4733544"/>
            <a:ext cx="9656064" cy="487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>
                <a:solidFill>
                  <a:srgbClr val="575757"/>
                </a:solidFill>
                <a:latin typeface="Trebuchet MS"/>
              </a:rPr>
              <a:t>Freshness, exactly-once and throughput on the live stream; fails loud.</a:t>
            </a:r>
          </a:p>
        </p:txBody>
      </p:sp>
      <p:sp>
        <p:nvSpPr>
          <p:cNvPr id="218" name="RR218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219" name="TB219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Retries with exponential backoff, SLAs, execution timeouts and failure callbacks (optional Slack) on every task.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is enforced at three layers, plus exactly-once and freshness</a:t>
            </a:r>
          </a:p>
        </p:txBody>
      </p:sp>
      <p:sp>
        <p:nvSpPr>
          <p:cNvPr id="221" name="RR221"/>
          <p:cNvSpPr/>
          <p:nvPr/>
        </p:nvSpPr>
        <p:spPr>
          <a:xfrm>
            <a:off x="630936" y="2075688"/>
            <a:ext cx="3511296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2" name="R222"/>
          <p:cNvSpPr/>
          <p:nvPr/>
        </p:nvSpPr>
        <p:spPr>
          <a:xfrm>
            <a:off x="630936" y="2075688"/>
            <a:ext cx="3511296" cy="54864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223" name="R223"/>
          <p:cNvSpPr/>
          <p:nvPr/>
        </p:nvSpPr>
        <p:spPr>
          <a:xfrm>
            <a:off x="630936" y="2075688"/>
            <a:ext cx="3511296" cy="365760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224" name="TB224"/>
          <p:cNvSpPr txBox="1"/>
          <p:nvPr/>
        </p:nvSpPr>
        <p:spPr>
          <a:xfrm>
            <a:off x="722375" y="2075688"/>
            <a:ext cx="33284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dbt schema tests</a:t>
            </a:r>
          </a:p>
        </p:txBody>
      </p:sp>
      <p:sp>
        <p:nvSpPr>
          <p:cNvPr id="225" name="BL225"/>
          <p:cNvSpPr txBox="1"/>
          <p:nvPr/>
        </p:nvSpPr>
        <p:spPr>
          <a:xfrm>
            <a:off x="740664" y="2578608"/>
            <a:ext cx="329184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not_null / unique on PKs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relationships on FKs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accepted_values on enums</a:t>
            </a:r>
          </a:p>
        </p:txBody>
      </p:sp>
      <p:sp>
        <p:nvSpPr>
          <p:cNvPr id="226" name="RR226"/>
          <p:cNvSpPr/>
          <p:nvPr/>
        </p:nvSpPr>
        <p:spPr>
          <a:xfrm>
            <a:off x="4343400" y="2075688"/>
            <a:ext cx="3511296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7" name="R227"/>
          <p:cNvSpPr/>
          <p:nvPr/>
        </p:nvSpPr>
        <p:spPr>
          <a:xfrm>
            <a:off x="4343400" y="2075688"/>
            <a:ext cx="3511296" cy="54864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28" name="R228"/>
          <p:cNvSpPr/>
          <p:nvPr/>
        </p:nvSpPr>
        <p:spPr>
          <a:xfrm>
            <a:off x="4343400" y="2075688"/>
            <a:ext cx="3511296" cy="365760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29" name="TB229"/>
          <p:cNvSpPr txBox="1"/>
          <p:nvPr/>
        </p:nvSpPr>
        <p:spPr>
          <a:xfrm>
            <a:off x="4434840" y="2075688"/>
            <a:ext cx="33284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dbt_expectations</a:t>
            </a:r>
          </a:p>
        </p:txBody>
      </p:sp>
      <p:sp>
        <p:nvSpPr>
          <p:cNvPr id="230" name="BL230"/>
          <p:cNvSpPr txBox="1"/>
          <p:nvPr/>
        </p:nvSpPr>
        <p:spPr>
          <a:xfrm>
            <a:off x="4453128" y="2578608"/>
            <a:ext cx="329184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Numeric + date bounds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Distribution drift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Singular tests</a:t>
            </a:r>
          </a:p>
        </p:txBody>
      </p:sp>
      <p:sp>
        <p:nvSpPr>
          <p:cNvPr id="231" name="RR231"/>
          <p:cNvSpPr/>
          <p:nvPr/>
        </p:nvSpPr>
        <p:spPr>
          <a:xfrm>
            <a:off x="8055864" y="2075688"/>
            <a:ext cx="3511296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2" name="R232"/>
          <p:cNvSpPr/>
          <p:nvPr/>
        </p:nvSpPr>
        <p:spPr>
          <a:xfrm>
            <a:off x="8055864" y="2075688"/>
            <a:ext cx="3511296" cy="54864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233" name="R233"/>
          <p:cNvSpPr/>
          <p:nvPr/>
        </p:nvSpPr>
        <p:spPr>
          <a:xfrm>
            <a:off x="8055864" y="2075688"/>
            <a:ext cx="3511296" cy="36576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/>
          <a:p/>
        </p:txBody>
      </p:sp>
      <p:sp>
        <p:nvSpPr>
          <p:cNvPr id="234" name="TB234"/>
          <p:cNvSpPr txBox="1"/>
          <p:nvPr/>
        </p:nvSpPr>
        <p:spPr>
          <a:xfrm>
            <a:off x="8147304" y="2075688"/>
            <a:ext cx="332841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Operational SQL</a:t>
            </a:r>
          </a:p>
        </p:txBody>
      </p:sp>
      <p:sp>
        <p:nvSpPr>
          <p:cNvPr id="235" name="BL235"/>
          <p:cNvSpPr txBox="1"/>
          <p:nvPr/>
        </p:nvSpPr>
        <p:spPr>
          <a:xfrm>
            <a:off x="8165592" y="2578608"/>
            <a:ext cx="329184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Freshness vs SLA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Exactly-once (offsets)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Throughput / row counts</a:t>
            </a:r>
          </a:p>
        </p:txBody>
      </p:sp>
      <p:sp>
        <p:nvSpPr>
          <p:cNvPr id="236" name="RR236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237" name="TB237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A breach fails the DAG. dbt source freshness and the (partition, offset) uniqueness test guard the real-time path specifically.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spans pipeline health and business insight</a:t>
            </a:r>
          </a:p>
        </p:txBody>
      </p:sp>
      <p:sp>
        <p:nvSpPr>
          <p:cNvPr id="239" name="RR239"/>
          <p:cNvSpPr/>
          <p:nvPr/>
        </p:nvSpPr>
        <p:spPr>
          <a:xfrm>
            <a:off x="630936" y="2075688"/>
            <a:ext cx="5326380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0" name="R240"/>
          <p:cNvSpPr/>
          <p:nvPr/>
        </p:nvSpPr>
        <p:spPr>
          <a:xfrm>
            <a:off x="630936" y="2075688"/>
            <a:ext cx="5326380" cy="54864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241" name="R241"/>
          <p:cNvSpPr/>
          <p:nvPr/>
        </p:nvSpPr>
        <p:spPr>
          <a:xfrm>
            <a:off x="630936" y="2075688"/>
            <a:ext cx="5326380" cy="384048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242" name="TB242"/>
          <p:cNvSpPr txBox="1"/>
          <p:nvPr/>
        </p:nvSpPr>
        <p:spPr>
          <a:xfrm>
            <a:off x="740664" y="2075688"/>
            <a:ext cx="5106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Operational observability</a:t>
            </a:r>
          </a:p>
        </p:txBody>
      </p:sp>
      <p:sp>
        <p:nvSpPr>
          <p:cNvPr id="243" name="BL243"/>
          <p:cNvSpPr txBox="1"/>
          <p:nvPr/>
        </p:nvSpPr>
        <p:spPr>
          <a:xfrm>
            <a:off x="768096" y="2606040"/>
            <a:ext cx="5052060" cy="2569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Stream-monitor DAG (5-min)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Freshness, lag, throughput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Snowflake ACCOUNT_USAGE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Redpanda Console (topics, lag)</a:t>
            </a:r>
          </a:p>
        </p:txBody>
      </p:sp>
      <p:sp>
        <p:nvSpPr>
          <p:cNvPr id="244" name="RR244"/>
          <p:cNvSpPr/>
          <p:nvPr/>
        </p:nvSpPr>
        <p:spPr>
          <a:xfrm>
            <a:off x="6240779" y="2075688"/>
            <a:ext cx="5326380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5" name="R245"/>
          <p:cNvSpPr/>
          <p:nvPr/>
        </p:nvSpPr>
        <p:spPr>
          <a:xfrm>
            <a:off x="6240779" y="2075688"/>
            <a:ext cx="5326380" cy="54864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46" name="R246"/>
          <p:cNvSpPr/>
          <p:nvPr/>
        </p:nvSpPr>
        <p:spPr>
          <a:xfrm>
            <a:off x="6240779" y="2075688"/>
            <a:ext cx="5326380" cy="384048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47" name="TB247"/>
          <p:cNvSpPr txBox="1"/>
          <p:nvPr/>
        </p:nvSpPr>
        <p:spPr>
          <a:xfrm>
            <a:off x="6350507" y="2075688"/>
            <a:ext cx="5106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Business insight (Streamlit)</a:t>
            </a:r>
          </a:p>
        </p:txBody>
      </p:sp>
      <p:sp>
        <p:nvSpPr>
          <p:cNvPr id="248" name="BL248"/>
          <p:cNvSpPr txBox="1"/>
          <p:nvPr/>
        </p:nvSpPr>
        <p:spPr>
          <a:xfrm>
            <a:off x="6377940" y="2606040"/>
            <a:ext cx="5052060" cy="2569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Revenue by channel / country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Top brands, value tiers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Live stream: events, latency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Freshness indicator</a:t>
            </a:r>
          </a:p>
        </p:txBody>
      </p:sp>
      <p:sp>
        <p:nvSpPr>
          <p:cNvPr id="249" name="RR249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250" name="TB250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One Streamlit app reads the MARTS star schema for analytics and INGEST.STREAM_SALES for the live, second-by-second view.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 is functional and verified end to end</a:t>
            </a:r>
          </a:p>
        </p:txBody>
      </p:sp>
      <p:sp>
        <p:nvSpPr>
          <p:cNvPr id="252" name="RR252"/>
          <p:cNvSpPr/>
          <p:nvPr/>
        </p:nvSpPr>
        <p:spPr>
          <a:xfrm>
            <a:off x="630936" y="2350008"/>
            <a:ext cx="258318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3" name="R253"/>
          <p:cNvSpPr/>
          <p:nvPr/>
        </p:nvSpPr>
        <p:spPr>
          <a:xfrm>
            <a:off x="630936" y="2350008"/>
            <a:ext cx="258318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254" name="TB254"/>
          <p:cNvSpPr txBox="1"/>
          <p:nvPr/>
        </p:nvSpPr>
        <p:spPr>
          <a:xfrm>
            <a:off x="704087" y="2624327"/>
            <a:ext cx="24368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3000" dirty="0" b="1">
                <a:solidFill>
                  <a:srgbClr val="29BA74"/>
                </a:solidFill>
                <a:latin typeface="Trebuchet MS"/>
              </a:rPr>
              <a:t>100k</a:t>
            </a:r>
          </a:p>
        </p:txBody>
      </p:sp>
      <p:sp>
        <p:nvSpPr>
          <p:cNvPr id="255" name="TB255"/>
          <p:cNvSpPr txBox="1"/>
          <p:nvPr/>
        </p:nvSpPr>
        <p:spPr>
          <a:xfrm>
            <a:off x="704087" y="3310128"/>
            <a:ext cx="243687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575757"/>
                </a:solidFill>
                <a:latin typeface="Trebuchet MS"/>
              </a:rPr>
              <a:t>Warehouse sales rows</a:t>
            </a:r>
          </a:p>
        </p:txBody>
      </p:sp>
      <p:sp>
        <p:nvSpPr>
          <p:cNvPr id="256" name="RR256"/>
          <p:cNvSpPr/>
          <p:nvPr/>
        </p:nvSpPr>
        <p:spPr>
          <a:xfrm>
            <a:off x="3415284" y="2350008"/>
            <a:ext cx="258318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7" name="R257"/>
          <p:cNvSpPr/>
          <p:nvPr/>
        </p:nvSpPr>
        <p:spPr>
          <a:xfrm>
            <a:off x="3415284" y="2350008"/>
            <a:ext cx="258318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258" name="TB258"/>
          <p:cNvSpPr txBox="1"/>
          <p:nvPr/>
        </p:nvSpPr>
        <p:spPr>
          <a:xfrm>
            <a:off x="3488436" y="2624327"/>
            <a:ext cx="24368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3000" dirty="0" b="1">
                <a:solidFill>
                  <a:srgbClr val="29BA74"/>
                </a:solidFill>
                <a:latin typeface="Trebuchet MS"/>
              </a:rPr>
              <a:t>0 dups</a:t>
            </a:r>
          </a:p>
        </p:txBody>
      </p:sp>
      <p:sp>
        <p:nvSpPr>
          <p:cNvPr id="259" name="TB259"/>
          <p:cNvSpPr txBox="1"/>
          <p:nvPr/>
        </p:nvSpPr>
        <p:spPr>
          <a:xfrm>
            <a:off x="3488436" y="3310128"/>
            <a:ext cx="243687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575757"/>
                </a:solidFill>
                <a:latin typeface="Trebuchet MS"/>
              </a:rPr>
              <a:t>Exactly-once verified</a:t>
            </a:r>
          </a:p>
        </p:txBody>
      </p:sp>
      <p:sp>
        <p:nvSpPr>
          <p:cNvPr id="260" name="RR260"/>
          <p:cNvSpPr/>
          <p:nvPr/>
        </p:nvSpPr>
        <p:spPr>
          <a:xfrm>
            <a:off x="6199632" y="2350008"/>
            <a:ext cx="258318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1" name="R261"/>
          <p:cNvSpPr/>
          <p:nvPr/>
        </p:nvSpPr>
        <p:spPr>
          <a:xfrm>
            <a:off x="6199632" y="2350008"/>
            <a:ext cx="258318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262" name="TB262"/>
          <p:cNvSpPr txBox="1"/>
          <p:nvPr/>
        </p:nvSpPr>
        <p:spPr>
          <a:xfrm>
            <a:off x="6272784" y="2624327"/>
            <a:ext cx="24368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3000" dirty="0" b="1">
                <a:solidFill>
                  <a:srgbClr val="29BA74"/>
                </a:solidFill>
                <a:latin typeface="Trebuchet MS"/>
              </a:rPr>
              <a:t>&lt; 10s</a:t>
            </a:r>
          </a:p>
        </p:txBody>
      </p:sp>
      <p:sp>
        <p:nvSpPr>
          <p:cNvPr id="263" name="TB263"/>
          <p:cNvSpPr txBox="1"/>
          <p:nvPr/>
        </p:nvSpPr>
        <p:spPr>
          <a:xfrm>
            <a:off x="6272784" y="3310128"/>
            <a:ext cx="243687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575757"/>
                </a:solidFill>
                <a:latin typeface="Trebuchet MS"/>
              </a:rPr>
              <a:t>Stream ingest latency</a:t>
            </a:r>
          </a:p>
        </p:txBody>
      </p:sp>
      <p:sp>
        <p:nvSpPr>
          <p:cNvPr id="264" name="RR264"/>
          <p:cNvSpPr/>
          <p:nvPr/>
        </p:nvSpPr>
        <p:spPr>
          <a:xfrm>
            <a:off x="8983980" y="2350008"/>
            <a:ext cx="258318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5" name="R265"/>
          <p:cNvSpPr/>
          <p:nvPr/>
        </p:nvSpPr>
        <p:spPr>
          <a:xfrm>
            <a:off x="8983980" y="2350008"/>
            <a:ext cx="258318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txBody>
          <a:bodyPr/>
          <a:p/>
        </p:txBody>
      </p:sp>
      <p:sp>
        <p:nvSpPr>
          <p:cNvPr id="266" name="TB266"/>
          <p:cNvSpPr txBox="1"/>
          <p:nvPr/>
        </p:nvSpPr>
        <p:spPr>
          <a:xfrm>
            <a:off x="9057132" y="2624327"/>
            <a:ext cx="24368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3000" dirty="0" b="1">
                <a:solidFill>
                  <a:srgbClr val="29BA74"/>
                </a:solidFill>
                <a:latin typeface="Trebuchet MS"/>
              </a:rPr>
              <a:t>3 DAGs</a:t>
            </a:r>
          </a:p>
        </p:txBody>
      </p:sp>
      <p:sp>
        <p:nvSpPr>
          <p:cNvPr id="267" name="TB267"/>
          <p:cNvSpPr txBox="1"/>
          <p:nvPr/>
        </p:nvSpPr>
        <p:spPr>
          <a:xfrm>
            <a:off x="9057132" y="3310128"/>
            <a:ext cx="2436876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en-US" sz="1200" dirty="0">
                <a:solidFill>
                  <a:srgbClr val="575757"/>
                </a:solidFill>
                <a:latin typeface="Trebuchet MS"/>
              </a:rPr>
              <a:t>Orchestrated + monitored</a:t>
            </a:r>
          </a:p>
        </p:txBody>
      </p:sp>
      <p:sp>
        <p:nvSpPr>
          <p:cNvPr id="268" name="RR268"/>
          <p:cNvSpPr/>
          <p:nvPr/>
        </p:nvSpPr>
        <p:spPr>
          <a:xfrm>
            <a:off x="630936" y="5394960"/>
            <a:ext cx="10936224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269" name="TB269"/>
          <p:cNvSpPr txBox="1"/>
          <p:nvPr/>
        </p:nvSpPr>
        <p:spPr>
          <a:xfrm>
            <a:off x="768096" y="5394960"/>
            <a:ext cx="10661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Star schema: 10k customers, 5k products, 100k sales, plus the live stream. Run locally with Docker + Snowflake.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Failures are handled gracefully, with a clear path to hardening</a:t>
            </a:r>
          </a:p>
        </p:txBody>
      </p:sp>
      <p:sp>
        <p:nvSpPr>
          <p:cNvPr id="271" name="RR271"/>
          <p:cNvSpPr/>
          <p:nvPr/>
        </p:nvSpPr>
        <p:spPr>
          <a:xfrm>
            <a:off x="630936" y="2075688"/>
            <a:ext cx="5326380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2" name="R272"/>
          <p:cNvSpPr/>
          <p:nvPr/>
        </p:nvSpPr>
        <p:spPr>
          <a:xfrm>
            <a:off x="630936" y="2075688"/>
            <a:ext cx="5326380" cy="54864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273" name="R273"/>
          <p:cNvSpPr/>
          <p:nvPr/>
        </p:nvSpPr>
        <p:spPr>
          <a:xfrm>
            <a:off x="630936" y="2075688"/>
            <a:ext cx="5326380" cy="384048"/>
          </a:xfrm>
          <a:prstGeom prst="rect">
            <a:avLst/>
          </a:prstGeom>
          <a:solidFill>
            <a:srgbClr val="03522D"/>
          </a:solidFill>
          <a:ln>
            <a:noFill/>
          </a:ln>
        </p:spPr>
        <p:txBody>
          <a:bodyPr/>
          <a:p/>
        </p:txBody>
      </p:sp>
      <p:sp>
        <p:nvSpPr>
          <p:cNvPr id="274" name="TB274"/>
          <p:cNvSpPr txBox="1"/>
          <p:nvPr/>
        </p:nvSpPr>
        <p:spPr>
          <a:xfrm>
            <a:off x="740664" y="2075688"/>
            <a:ext cx="5106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Error handling</a:t>
            </a:r>
          </a:p>
        </p:txBody>
      </p:sp>
      <p:sp>
        <p:nvSpPr>
          <p:cNvPr id="275" name="BL275"/>
          <p:cNvSpPr txBox="1"/>
          <p:nvPr/>
        </p:nvSpPr>
        <p:spPr>
          <a:xfrm>
            <a:off x="768096" y="2606040"/>
            <a:ext cx="5052060" cy="2569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Consumer resumes from committed offset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Airflow retries (exp. backoff) + callbacks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Server-side pipe validation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Stages cleaned; idempotent DDL</a:t>
            </a:r>
          </a:p>
        </p:txBody>
      </p:sp>
      <p:sp>
        <p:nvSpPr>
          <p:cNvPr id="276" name="RR276"/>
          <p:cNvSpPr/>
          <p:nvPr/>
        </p:nvSpPr>
        <p:spPr>
          <a:xfrm>
            <a:off x="6240779" y="2075688"/>
            <a:ext cx="5326380" cy="322783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>
            <a:outerShdw blurRad="50800" dist="25400" dir="8100000" algn="t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7" name="R277"/>
          <p:cNvSpPr/>
          <p:nvPr/>
        </p:nvSpPr>
        <p:spPr>
          <a:xfrm>
            <a:off x="6240779" y="2075688"/>
            <a:ext cx="5326380" cy="54864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78" name="R278"/>
          <p:cNvSpPr/>
          <p:nvPr/>
        </p:nvSpPr>
        <p:spPr>
          <a:xfrm>
            <a:off x="6240779" y="2075688"/>
            <a:ext cx="5326380" cy="384048"/>
          </a:xfrm>
          <a:prstGeom prst="rect">
            <a:avLst/>
          </a:prstGeom>
          <a:solidFill>
            <a:srgbClr val="295E7E"/>
          </a:solidFill>
          <a:ln>
            <a:noFill/>
          </a:ln>
        </p:spPr>
        <p:txBody>
          <a:bodyPr/>
          <a:p/>
        </p:txBody>
      </p:sp>
      <p:sp>
        <p:nvSpPr>
          <p:cNvPr id="279" name="TB279"/>
          <p:cNvSpPr txBox="1"/>
          <p:nvPr/>
        </p:nvSpPr>
        <p:spPr>
          <a:xfrm>
            <a:off x="6350507" y="2075688"/>
            <a:ext cx="510692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 b="1">
                <a:solidFill>
                  <a:srgbClr val="FFFFFF"/>
                </a:solidFill>
                <a:latin typeface="Trebuchet MS"/>
              </a:rPr>
              <a:t>Roadmap</a:t>
            </a:r>
          </a:p>
        </p:txBody>
      </p:sp>
      <p:sp>
        <p:nvSpPr>
          <p:cNvPr id="280" name="BL280"/>
          <p:cNvSpPr txBox="1"/>
          <p:nvPr/>
        </p:nvSpPr>
        <p:spPr>
          <a:xfrm>
            <a:off x="6377940" y="2606040"/>
            <a:ext cx="5052060" cy="2569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Kafka Connect Snowflake connector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Schema registry (Avro/Protobuf)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Dead-letter topic + alerting</a:t>
            </a:r>
          </a:p>
          <a:p>
            <a:pPr marL="228600" indent="-228600" algn="l">
              <a:spcAft>
                <a:spcPts val="600"/>
              </a:spcAft>
              <a:buChar char="-"/>
            </a:pPr>
            <a:r>
              <a:rPr lang="en-US" sz="1400" dirty="0">
                <a:solidFill>
                  <a:srgbClr val="575757"/>
                </a:solidFill>
                <a:latin typeface="Trebuchet MS"/>
              </a:rPr>
              <a:t>Grafana real-time dashboards</a:t>
            </a:r>
          </a:p>
        </p:txBody>
      </p:sp>
      <p:sp>
        <p:nvSpPr>
          <p:cNvPr id="281" name="RR281"/>
          <p:cNvSpPr/>
          <p:nvPr/>
        </p:nvSpPr>
        <p:spPr>
          <a:xfrm>
            <a:off x="630936" y="5440680"/>
            <a:ext cx="10936224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29BA74"/>
            </a:solidFill>
          </a:ln>
        </p:spPr>
        <p:txBody>
          <a:bodyPr/>
          <a:p/>
        </p:txBody>
      </p:sp>
      <p:sp>
        <p:nvSpPr>
          <p:cNvPr id="282" name="TB282"/>
          <p:cNvSpPr txBox="1"/>
          <p:nvPr/>
        </p:nvSpPr>
        <p:spPr>
          <a:xfrm>
            <a:off x="768096" y="5440680"/>
            <a:ext cx="106619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575757"/>
                </a:solidFill>
                <a:latin typeface="Trebuchet MS"/>
              </a:rPr>
              <a:t>Defensible today (exactly-once, tested, monitored) with a credible path to a fully managed, schema-governed streaming platform.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choices: managed, open, and SQL-first</a:t>
            </a:r>
          </a:p>
        </p:txBody>
      </p:sp>
      <p:graphicFrame>
        <p:nvGraphicFramePr>
          <p:cNvPr id="284" name="Table 284"/>
          <p:cNvGraphicFramePr>
            <a:graphicFrameLocks noGrp="1"/>
          </p:cNvGraphicFramePr>
          <p:nvPr/>
        </p:nvGraphicFramePr>
        <p:xfrm>
          <a:off x="630936" y="2075688"/>
          <a:ext cx="10936224" cy="3685032"/>
        </p:xfrm>
        <a:graphic>
          <a:graphicData uri="http://schemas.openxmlformats.org/drawingml/2006/table">
            <a:tbl>
              <a:tblPr firstRow="1" bandRow="0">
                <a:tblStyle val="{00000000-0000-0000-0000-000000000000}"/>
                <a:noFill/>
              </a:tblPr>
              <a:tblGrid>
                <a:gridCol w="3645408"/>
                <a:gridCol w="3645408"/>
                <a:gridCol w="3645408"/>
              </a:tblGrid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Concern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Choice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Why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Streaming broker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Redpanda (Kafka API)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Single binary, no ZooKeeper, Kafka-compatible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Stream -&gt; warehouse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Snowpipe Streaming (Python)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Row-level, exactly-once, sub-10s, native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Warehouse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Snowflake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Separation of compute/storage; QUERY_HISTORY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Transformation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dbt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Versioned SQL + tests; conformed star schema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Orchestration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Apache Airflow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Scheduling, retries, SLAs, operators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Insights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Streamlit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Python BI on the warehouse; live + batch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graphicFrame>
        <p:nvGraphicFramePr>
          <p:cNvPr id="286" name="Table 286"/>
          <p:cNvGraphicFramePr>
            <a:graphicFrameLocks noGrp="1"/>
          </p:cNvGraphicFramePr>
          <p:nvPr/>
        </p:nvGraphicFramePr>
        <p:xfrm>
          <a:off x="630936" y="2075688"/>
          <a:ext cx="10936224" cy="3200400"/>
        </p:xfrm>
        <a:graphic>
          <a:graphicData uri="http://schemas.openxmlformats.org/drawingml/2006/table">
            <a:tbl>
              <a:tblPr firstRow="1" bandRow="0">
                <a:tblStyle val="{00000000-0000-0000-0000-000000000000}"/>
                <a:noFill/>
              </a:tblPr>
              <a:tblGrid>
                <a:gridCol w="911352"/>
                <a:gridCol w="3905794"/>
                <a:gridCol w="3385021"/>
                <a:gridCol w="1432124"/>
                <a:gridCol w="1301931"/>
              </a:tblGrid>
              <a:tr h="365760">
                <a:tc>
                  <a:txBody>
                    <a:bodyPr anchor="ctr" lIns="91440" tIns="45720" rIns="91440" bIns="45720"/>
                    <a:lstStyle/>
                    <a:p>
                      <a:pPr algn="ctr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Slide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 Point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Source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300" dirty="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URL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9BA74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100k sales / 10k customers / 5k products; exactly-once 150/150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Project reference run (this repository)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User Provided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/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Snowpipe Streaming sub-10s, exactly-once via offset tokens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Snowflake Snowpipe Streaming documentation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Public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https://docs.snowflake.com/en/user-guide/snowpipe-streaming/data-load-snowpipe-streaming-overview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 lIns="91440" tIns="45720" rIns="91440" bIns="45720"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4, 11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Pipeline architecture, DAGs, monitoring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Project code (dags/, dbt/, sql/, dashboard/)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>User Provided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91440" tIns="45720" rIns="91440" bIns="45720"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575757"/>
                          </a:solidFill>
                          <a:latin typeface="Trebuchet MS"/>
                          <a:cs typeface="Trebuchet MS"/>
                        </a:rPr>
                        <a:t/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h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you. Questions welcome.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11569"/>
            <a:ext cx="11277600" cy="164070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MASTERWIZARD_DRAFT" val="0"/>
  <p:tag name="EE4P_LANGUAGE_ID" val="1033"/>
  <p:tag name="EE4P_MASTERWIZARD_MARGINS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Imag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Logo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Imag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Logo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Imag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Logo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Image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" val="TitleAndEndLogo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CG Grid 16:9">
  <a:themeElements>
    <a:clrScheme name="The Boston Consulting Group">
      <a:dk1>
        <a:srgbClr val="575757"/>
      </a:dk1>
      <a:lt1>
        <a:sysClr val="window" lastClr="FFFFFF"/>
      </a:lt1>
      <a:dk2>
        <a:srgbClr val="29BA74"/>
      </a:dk2>
      <a:lt2>
        <a:srgbClr val="F2F2F2"/>
      </a:lt2>
      <a:accent1>
        <a:srgbClr val="03522D"/>
      </a:accent1>
      <a:accent2>
        <a:srgbClr val="197A56"/>
      </a:accent2>
      <a:accent3>
        <a:srgbClr val="D4DF33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2E3558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9BA74"/>
        </a:solidFill>
        <a:ln w="9525" cap="rnd" cmpd="sng" algn="ctr">
          <a:solidFill>
            <a:srgbClr val="29BA74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60000"/>
              <a:lumOff val="40000"/>
            </a:schemeClr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575757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</Words>
  <Application>Microsoft Macintosh PowerPoint</Application>
  <PresentationFormat>Widescreen</PresentationFormat>
  <Paragraphs>4</Paragraphs>
  <Slides>5</Slides>
  <Notes>4</Notes>
  <HiddenSlides>0</HiddenSlides>
  <MMClips>0</MMClips>
  <ScaleCrop>false</ScaleCrop>
  <HeadingPairs>
    <vt:vector size="10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  <vt:variant>
        <vt:lpstr>Custom Shows</vt:lpstr>
      </vt:variant>
      <vt:variant>
        <vt:i4>1</vt:i4>
      </vt:variant>
    </vt:vector>
  </HeadingPairs>
  <TitlesOfParts>
    <vt:vector size="10" baseType="lpstr">
      <vt:lpstr>Arial</vt:lpstr>
      <vt:lpstr>Trebuchet MS</vt:lpstr>
      <vt:lpstr>BCG Grid 16:9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Format Guide Workshop</vt:lpstr>
    </vt:vector>
  </TitlesOfParts>
  <Company>Boston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Boston Consulting Group</dc:creator>
  <cp:lastModifiedBy>Wulff, Jan</cp:lastModifiedBy>
  <cp:revision>437</cp:revision>
  <cp:lastPrinted>2016-04-06T18:59:25Z</cp:lastPrinted>
  <dcterms:created xsi:type="dcterms:W3CDTF">2016-11-04T11:46:04Z</dcterms:created>
  <dcterms:modified xsi:type="dcterms:W3CDTF">2026-03-02T22:47:51Z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MSIP_Label_b0d5c4f4-7a29-4385-b7a5-afbe2154ae6f_Enabled">
    <vt:lpwstr>true</vt:lpwstr>
  </property>
  <property fmtid="{D5CDD505-2E9C-101B-9397-08002B2CF9AE}" pid="8" name="MSIP_Label_b0d5c4f4-7a29-4385-b7a5-afbe2154ae6f_SetDate">
    <vt:lpwstr>2026-03-02T22:47:51Z</vt:lpwstr>
  </property>
  <property fmtid="{D5CDD505-2E9C-101B-9397-08002B2CF9AE}" pid="9" name="MSIP_Label_b0d5c4f4-7a29-4385-b7a5-afbe2154ae6f_Method">
    <vt:lpwstr>Standard</vt:lpwstr>
  </property>
  <property fmtid="{D5CDD505-2E9C-101B-9397-08002B2CF9AE}" pid="10" name="MSIP_Label_b0d5c4f4-7a29-4385-b7a5-afbe2154ae6f_Name">
    <vt:lpwstr>Confidential</vt:lpwstr>
  </property>
  <property fmtid="{D5CDD505-2E9C-101B-9397-08002B2CF9AE}" pid="11" name="MSIP_Label_b0d5c4f4-7a29-4385-b7a5-afbe2154ae6f_SiteId">
    <vt:lpwstr>2dfb2f0b-4d21-4268-9559-72926144c918</vt:lpwstr>
  </property>
  <property fmtid="{D5CDD505-2E9C-101B-9397-08002B2CF9AE}" pid="12" name="MSIP_Label_b0d5c4f4-7a29-4385-b7a5-afbe2154ae6f_ActionId">
    <vt:lpwstr>1d0d9304-b604-40c5-9b39-c9e5f6258716</vt:lpwstr>
  </property>
  <property fmtid="{D5CDD505-2E9C-101B-9397-08002B2CF9AE}" pid="13" name="MSIP_Label_b0d5c4f4-7a29-4385-b7a5-afbe2154ae6f_ContentBits">
    <vt:lpwstr>0</vt:lpwstr>
  </property>
  <property fmtid="{D5CDD505-2E9C-101B-9397-08002B2CF9AE}" pid="14" name="MSIP_Label_b0d5c4f4-7a29-4385-b7a5-afbe2154ae6f_Tag">
    <vt:lpwstr>50, 3, 0, 1</vt:lpwstr>
  </property>
</Properties>
</file>